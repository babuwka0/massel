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39"/>
  </p:notesMasterIdLst>
  <p:sldIdLst>
    <p:sldId id="256" r:id="rId2"/>
    <p:sldId id="272" r:id="rId3"/>
    <p:sldId id="273" r:id="rId4"/>
    <p:sldId id="274" r:id="rId5"/>
    <p:sldId id="275" r:id="rId6"/>
    <p:sldId id="257" r:id="rId7"/>
    <p:sldId id="276" r:id="rId8"/>
    <p:sldId id="277" r:id="rId9"/>
    <p:sldId id="278" r:id="rId10"/>
    <p:sldId id="279" r:id="rId11"/>
    <p:sldId id="280" r:id="rId12"/>
    <p:sldId id="282" r:id="rId13"/>
    <p:sldId id="283" r:id="rId14"/>
    <p:sldId id="284" r:id="rId15"/>
    <p:sldId id="285" r:id="rId16"/>
    <p:sldId id="286" r:id="rId17"/>
    <p:sldId id="287" r:id="rId18"/>
    <p:sldId id="288" r:id="rId19"/>
    <p:sldId id="258" r:id="rId20"/>
    <p:sldId id="259" r:id="rId21"/>
    <p:sldId id="260" r:id="rId22"/>
    <p:sldId id="261" r:id="rId23"/>
    <p:sldId id="262" r:id="rId24"/>
    <p:sldId id="263" r:id="rId25"/>
    <p:sldId id="264" r:id="rId26"/>
    <p:sldId id="265" r:id="rId27"/>
    <p:sldId id="267" r:id="rId28"/>
    <p:sldId id="266" r:id="rId29"/>
    <p:sldId id="268" r:id="rId30"/>
    <p:sldId id="289" r:id="rId31"/>
    <p:sldId id="290" r:id="rId32"/>
    <p:sldId id="291" r:id="rId33"/>
    <p:sldId id="292" r:id="rId34"/>
    <p:sldId id="293" r:id="rId35"/>
    <p:sldId id="269" r:id="rId36"/>
    <p:sldId id="270" r:id="rId37"/>
    <p:sldId id="271" r:id="rId38"/>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4" d="100"/>
          <a:sy n="54" d="100"/>
        </p:scale>
        <p:origin x="-84" y="-3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97EAB6-88A6-4BA9-8B4C-FCAB8FA460BC}" type="doc">
      <dgm:prSet loTypeId="urn:microsoft.com/office/officeart/2005/8/layout/orgChart1" loCatId="hierarchy" qsTypeId="urn:microsoft.com/office/officeart/2005/8/quickstyle/simple3" qsCatId="simple" csTypeId="urn:microsoft.com/office/officeart/2005/8/colors/accent2_1" csCatId="accent2" phldr="1"/>
      <dgm:spPr/>
    </dgm:pt>
    <dgm:pt modelId="{0FEC8D11-B4C1-4FA2-87D0-416EB83A11A5}">
      <dgm:prSet custT="1"/>
      <dgm:spPr/>
      <dgm:t>
        <a:bodyPr/>
        <a:lstStyle/>
        <a:p>
          <a:pPr marR="0" algn="ctr" rtl="0"/>
          <a:r>
            <a:rPr lang="ru-RU" sz="1600" b="1" i="0" u="none" strike="noStrike" baseline="0" dirty="0" smtClean="0">
              <a:latin typeface="Calibri"/>
            </a:rPr>
            <a:t>Интеллектуальные </a:t>
          </a:r>
          <a:r>
            <a:rPr lang="ru-RU" sz="1600" b="1" i="0" u="none" strike="noStrike" baseline="0" dirty="0" smtClean="0">
              <a:latin typeface="Times New Roman"/>
            </a:rPr>
            <a:t/>
          </a:r>
          <a:br>
            <a:rPr lang="ru-RU" sz="1600" b="1" i="0" u="none" strike="noStrike" baseline="0" dirty="0" smtClean="0">
              <a:latin typeface="Times New Roman"/>
            </a:rPr>
          </a:br>
          <a:r>
            <a:rPr lang="ru-RU" sz="1600" b="1" i="0" u="none" strike="noStrike" baseline="0" dirty="0" smtClean="0">
              <a:latin typeface="Calibri"/>
            </a:rPr>
            <a:t>информационные системы</a:t>
          </a:r>
          <a:endParaRPr lang="ru-RU" sz="1600" dirty="0" smtClean="0"/>
        </a:p>
      </dgm:t>
    </dgm:pt>
    <dgm:pt modelId="{37B468C2-DA30-4F61-BF96-459802BBD126}" type="parTrans" cxnId="{F12A47A8-630A-4DEC-A712-F6F3FAC7E865}">
      <dgm:prSet/>
      <dgm:spPr/>
      <dgm:t>
        <a:bodyPr/>
        <a:lstStyle/>
        <a:p>
          <a:endParaRPr lang="ru-RU" sz="2400"/>
        </a:p>
      </dgm:t>
    </dgm:pt>
    <dgm:pt modelId="{E35316E5-284F-472E-9545-D92CDB1FC73E}" type="sibTrans" cxnId="{F12A47A8-630A-4DEC-A712-F6F3FAC7E865}">
      <dgm:prSet/>
      <dgm:spPr/>
      <dgm:t>
        <a:bodyPr/>
        <a:lstStyle/>
        <a:p>
          <a:endParaRPr lang="ru-RU" sz="2400"/>
        </a:p>
      </dgm:t>
    </dgm:pt>
    <dgm:pt modelId="{A1EAA80A-500F-487C-9712-A4C9F2FCF883}">
      <dgm:prSet custT="1"/>
      <dgm:spPr/>
      <dgm:t>
        <a:bodyPr/>
        <a:lstStyle/>
        <a:p>
          <a:pPr marR="0" algn="ctr" rtl="0"/>
          <a:r>
            <a:rPr lang="ru-RU" sz="1600" b="0" i="0" u="none" strike="noStrike" baseline="0" dirty="0" smtClean="0">
              <a:effectLst>
                <a:outerShdw blurRad="38100" dist="38100" dir="2700000" algn="tl">
                  <a:srgbClr val="000000">
                    <a:alpha val="43137"/>
                  </a:srgbClr>
                </a:outerShdw>
              </a:effectLst>
              <a:latin typeface="Calibri"/>
            </a:rPr>
            <a:t>Системы </a:t>
          </a:r>
          <a:r>
            <a:rPr lang="ru-RU" sz="1600" b="0" i="0" u="none" strike="noStrike" baseline="0" dirty="0" smtClean="0">
              <a:effectLst>
                <a:outerShdw blurRad="38100" dist="38100" dir="2700000" algn="tl">
                  <a:srgbClr val="000000">
                    <a:alpha val="43137"/>
                  </a:srgbClr>
                </a:outerShdw>
              </a:effectLst>
              <a:latin typeface="Times New Roman"/>
            </a:rPr>
            <a:t/>
          </a:r>
          <a:br>
            <a:rPr lang="ru-RU" sz="1600" b="0" i="0" u="none" strike="noStrike" baseline="0" dirty="0" smtClean="0">
              <a:effectLst>
                <a:outerShdw blurRad="38100" dist="38100" dir="2700000" algn="tl">
                  <a:srgbClr val="000000">
                    <a:alpha val="43137"/>
                  </a:srgbClr>
                </a:outerShdw>
              </a:effectLst>
              <a:latin typeface="Times New Roman"/>
            </a:rPr>
          </a:br>
          <a:r>
            <a:rPr lang="ru-RU" sz="1600" b="0" i="0" u="none" strike="noStrike" baseline="0" dirty="0" smtClean="0">
              <a:effectLst>
                <a:outerShdw blurRad="38100" dist="38100" dir="2700000" algn="tl">
                  <a:srgbClr val="000000">
                    <a:alpha val="43137"/>
                  </a:srgbClr>
                </a:outerShdw>
              </a:effectLst>
              <a:latin typeface="Calibri"/>
            </a:rPr>
            <a:t>с коммуникативными способностями</a:t>
          </a:r>
          <a:endParaRPr lang="ru-RU" sz="1600" dirty="0" smtClean="0">
            <a:effectLst>
              <a:outerShdw blurRad="38100" dist="38100" dir="2700000" algn="tl">
                <a:srgbClr val="000000">
                  <a:alpha val="43137"/>
                </a:srgbClr>
              </a:outerShdw>
            </a:effectLst>
          </a:endParaRPr>
        </a:p>
      </dgm:t>
    </dgm:pt>
    <dgm:pt modelId="{8477BFDF-2FAC-4682-8538-4E1AEB74489C}" type="parTrans" cxnId="{5837E594-61A7-4D03-93F4-3CFC17BE58AF}">
      <dgm:prSet/>
      <dgm:spPr/>
      <dgm:t>
        <a:bodyPr/>
        <a:lstStyle/>
        <a:p>
          <a:endParaRPr lang="ru-RU" sz="2400"/>
        </a:p>
      </dgm:t>
    </dgm:pt>
    <dgm:pt modelId="{66FDC326-1D5C-4CFE-93E1-84ED67F39A97}" type="sibTrans" cxnId="{5837E594-61A7-4D03-93F4-3CFC17BE58AF}">
      <dgm:prSet/>
      <dgm:spPr/>
      <dgm:t>
        <a:bodyPr/>
        <a:lstStyle/>
        <a:p>
          <a:endParaRPr lang="ru-RU" sz="2400"/>
        </a:p>
      </dgm:t>
    </dgm:pt>
    <dgm:pt modelId="{31DAB05A-17C7-4F6F-A9D0-7FA4EE495FEE}">
      <dgm:prSet custT="1"/>
      <dgm:spPr/>
      <dgm:t>
        <a:bodyPr/>
        <a:lstStyle/>
        <a:p>
          <a:pPr marR="0" algn="ctr" rtl="0"/>
          <a:r>
            <a:rPr lang="ru-RU" sz="1400" b="0" i="0" u="none" strike="noStrike" baseline="0" dirty="0" smtClean="0">
              <a:latin typeface="Calibri"/>
            </a:rPr>
            <a:t>Интеллектуальные базы данных</a:t>
          </a:r>
          <a:endParaRPr lang="ru-RU" sz="1400" dirty="0" smtClean="0"/>
        </a:p>
      </dgm:t>
    </dgm:pt>
    <dgm:pt modelId="{DCA2959E-F8C3-4AFB-9466-558D80BE684D}" type="parTrans" cxnId="{9E02556A-D9E5-4245-9FC1-3BDCB300C579}">
      <dgm:prSet/>
      <dgm:spPr/>
      <dgm:t>
        <a:bodyPr/>
        <a:lstStyle/>
        <a:p>
          <a:endParaRPr lang="ru-RU" sz="2400"/>
        </a:p>
      </dgm:t>
    </dgm:pt>
    <dgm:pt modelId="{931A04E2-69FF-4094-8B37-E0BFFD68D832}" type="sibTrans" cxnId="{9E02556A-D9E5-4245-9FC1-3BDCB300C579}">
      <dgm:prSet/>
      <dgm:spPr/>
      <dgm:t>
        <a:bodyPr/>
        <a:lstStyle/>
        <a:p>
          <a:endParaRPr lang="ru-RU" sz="2400"/>
        </a:p>
      </dgm:t>
    </dgm:pt>
    <dgm:pt modelId="{AB740062-703B-4190-A0EA-08ED571EFEE0}">
      <dgm:prSet custT="1"/>
      <dgm:spPr/>
      <dgm:t>
        <a:bodyPr/>
        <a:lstStyle/>
        <a:p>
          <a:pPr marR="0" algn="ctr" rtl="0"/>
          <a:r>
            <a:rPr lang="ru-RU" sz="1400" b="0" i="0" u="none" strike="noStrike" baseline="0" dirty="0" smtClean="0">
              <a:latin typeface="Calibri"/>
            </a:rPr>
            <a:t>Естественно-языковые </a:t>
          </a:r>
          <a:r>
            <a:rPr lang="ru-RU" sz="1400" b="0" i="0" u="none" strike="noStrike" baseline="0" dirty="0" smtClean="0">
              <a:latin typeface="Times New Roman"/>
            </a:rPr>
            <a:t/>
          </a:r>
          <a:br>
            <a:rPr lang="ru-RU" sz="1400" b="0" i="0" u="none" strike="noStrike" baseline="0" dirty="0" smtClean="0">
              <a:latin typeface="Times New Roman"/>
            </a:rPr>
          </a:br>
          <a:r>
            <a:rPr lang="ru-RU" sz="1400" b="0" i="0" u="none" strike="noStrike" baseline="0" dirty="0" smtClean="0">
              <a:latin typeface="Calibri"/>
            </a:rPr>
            <a:t>интерфейсы</a:t>
          </a:r>
          <a:endParaRPr lang="ru-RU" sz="1400" dirty="0" smtClean="0"/>
        </a:p>
      </dgm:t>
    </dgm:pt>
    <dgm:pt modelId="{A8CE5DD5-55F0-4446-B4D3-083D63AFFBDB}" type="parTrans" cxnId="{85489892-01E5-4058-8959-C77A6776C265}">
      <dgm:prSet/>
      <dgm:spPr/>
      <dgm:t>
        <a:bodyPr/>
        <a:lstStyle/>
        <a:p>
          <a:endParaRPr lang="ru-RU" sz="2400"/>
        </a:p>
      </dgm:t>
    </dgm:pt>
    <dgm:pt modelId="{737EADF0-AD31-4122-A1BD-BC386E0A8E01}" type="sibTrans" cxnId="{85489892-01E5-4058-8959-C77A6776C265}">
      <dgm:prSet/>
      <dgm:spPr/>
      <dgm:t>
        <a:bodyPr/>
        <a:lstStyle/>
        <a:p>
          <a:endParaRPr lang="ru-RU" sz="2400"/>
        </a:p>
      </dgm:t>
    </dgm:pt>
    <dgm:pt modelId="{348C638E-C3F0-4A00-B253-FC70D7CC756F}">
      <dgm:prSet custT="1"/>
      <dgm:spPr/>
      <dgm:t>
        <a:bodyPr/>
        <a:lstStyle/>
        <a:p>
          <a:pPr marR="0" algn="ctr" rtl="0"/>
          <a:r>
            <a:rPr lang="ru-RU" sz="1400" b="0" i="0" u="none" strike="noStrike" baseline="0" dirty="0" smtClean="0">
              <a:latin typeface="Calibri"/>
            </a:rPr>
            <a:t>Гипертекстовые </a:t>
          </a:r>
          <a:r>
            <a:rPr lang="ru-RU" sz="1400" b="0" i="0" u="none" strike="noStrike" baseline="0" dirty="0" smtClean="0">
              <a:latin typeface="Times New Roman"/>
            </a:rPr>
            <a:t/>
          </a:r>
          <a:br>
            <a:rPr lang="ru-RU" sz="1400" b="0" i="0" u="none" strike="noStrike" baseline="0" dirty="0" smtClean="0">
              <a:latin typeface="Times New Roman"/>
            </a:rPr>
          </a:br>
          <a:r>
            <a:rPr lang="ru-RU" sz="1400" b="0" i="0" u="none" strike="noStrike" baseline="0" dirty="0" smtClean="0">
              <a:latin typeface="Calibri"/>
            </a:rPr>
            <a:t>системы</a:t>
          </a:r>
          <a:endParaRPr lang="ru-RU" sz="1400" dirty="0" smtClean="0"/>
        </a:p>
      </dgm:t>
    </dgm:pt>
    <dgm:pt modelId="{A393A3BE-1DB3-49BF-9DDD-35531771706F}" type="parTrans" cxnId="{B27638BE-C86D-4969-BA28-FC66ED82F696}">
      <dgm:prSet/>
      <dgm:spPr/>
      <dgm:t>
        <a:bodyPr/>
        <a:lstStyle/>
        <a:p>
          <a:endParaRPr lang="ru-RU" sz="2400"/>
        </a:p>
      </dgm:t>
    </dgm:pt>
    <dgm:pt modelId="{F62F8F13-1045-411B-8C24-D3A7CFB254C7}" type="sibTrans" cxnId="{B27638BE-C86D-4969-BA28-FC66ED82F696}">
      <dgm:prSet/>
      <dgm:spPr/>
      <dgm:t>
        <a:bodyPr/>
        <a:lstStyle/>
        <a:p>
          <a:endParaRPr lang="ru-RU" sz="2400"/>
        </a:p>
      </dgm:t>
    </dgm:pt>
    <dgm:pt modelId="{F0E1735C-07E6-490B-A67B-B8B813E52C57}">
      <dgm:prSet custT="1"/>
      <dgm:spPr/>
      <dgm:t>
        <a:bodyPr/>
        <a:lstStyle/>
        <a:p>
          <a:pPr marR="0" algn="ctr" rtl="0"/>
          <a:r>
            <a:rPr lang="ru-RU" sz="1400" b="0" i="0" u="none" strike="noStrike" baseline="0" dirty="0" smtClean="0">
              <a:latin typeface="Calibri"/>
            </a:rPr>
            <a:t>Контекстные справочные системы</a:t>
          </a:r>
          <a:endParaRPr lang="ru-RU" sz="1400" dirty="0" smtClean="0"/>
        </a:p>
      </dgm:t>
    </dgm:pt>
    <dgm:pt modelId="{1C200CC8-03AB-478A-8BE1-B32475B4C152}" type="parTrans" cxnId="{7C322597-3A2B-4D9A-B994-F8A431594795}">
      <dgm:prSet/>
      <dgm:spPr/>
      <dgm:t>
        <a:bodyPr/>
        <a:lstStyle/>
        <a:p>
          <a:endParaRPr lang="ru-RU" sz="2400"/>
        </a:p>
      </dgm:t>
    </dgm:pt>
    <dgm:pt modelId="{E6A0A5A9-4FEF-4382-AF8F-73501F5B1138}" type="sibTrans" cxnId="{7C322597-3A2B-4D9A-B994-F8A431594795}">
      <dgm:prSet/>
      <dgm:spPr/>
      <dgm:t>
        <a:bodyPr/>
        <a:lstStyle/>
        <a:p>
          <a:endParaRPr lang="ru-RU" sz="2400"/>
        </a:p>
      </dgm:t>
    </dgm:pt>
    <dgm:pt modelId="{1C17E410-4589-4CFA-AF6E-0B41139B9521}">
      <dgm:prSet custT="1"/>
      <dgm:spPr/>
      <dgm:t>
        <a:bodyPr/>
        <a:lstStyle/>
        <a:p>
          <a:pPr marR="0" algn="ctr" rtl="0"/>
          <a:r>
            <a:rPr lang="ru-RU" sz="1400" b="0" i="0" u="none" strike="noStrike" baseline="0" dirty="0" smtClean="0">
              <a:latin typeface="Calibri"/>
            </a:rPr>
            <a:t>Когнитивная </a:t>
          </a:r>
          <a:r>
            <a:rPr lang="ru-RU" sz="1400" b="0" i="0" u="none" strike="noStrike" baseline="0" dirty="0" smtClean="0">
              <a:latin typeface="Times New Roman"/>
            </a:rPr>
            <a:t/>
          </a:r>
          <a:br>
            <a:rPr lang="ru-RU" sz="1400" b="0" i="0" u="none" strike="noStrike" baseline="0" dirty="0" smtClean="0">
              <a:latin typeface="Times New Roman"/>
            </a:rPr>
          </a:br>
          <a:r>
            <a:rPr lang="ru-RU" sz="1400" b="0" i="0" u="none" strike="noStrike" baseline="0" dirty="0" smtClean="0">
              <a:latin typeface="Calibri"/>
            </a:rPr>
            <a:t>графика</a:t>
          </a:r>
          <a:endParaRPr lang="ru-RU" sz="1400" dirty="0" smtClean="0"/>
        </a:p>
      </dgm:t>
    </dgm:pt>
    <dgm:pt modelId="{AED8E7F1-B3AA-4ED3-AB69-E56A592ABE2A}" type="parTrans" cxnId="{AD2D846B-D5F1-4E47-8DA6-7028E767B9E6}">
      <dgm:prSet/>
      <dgm:spPr/>
      <dgm:t>
        <a:bodyPr/>
        <a:lstStyle/>
        <a:p>
          <a:endParaRPr lang="ru-RU" sz="2400"/>
        </a:p>
      </dgm:t>
    </dgm:pt>
    <dgm:pt modelId="{F61D02E1-628E-4726-B863-F92B79B12957}" type="sibTrans" cxnId="{AD2D846B-D5F1-4E47-8DA6-7028E767B9E6}">
      <dgm:prSet/>
      <dgm:spPr/>
      <dgm:t>
        <a:bodyPr/>
        <a:lstStyle/>
        <a:p>
          <a:endParaRPr lang="ru-RU" sz="2400"/>
        </a:p>
      </dgm:t>
    </dgm:pt>
    <dgm:pt modelId="{0692AB88-DE6E-4F7C-BD2F-2EA9BDC2248F}">
      <dgm:prSet custT="1"/>
      <dgm:spPr/>
      <dgm:t>
        <a:bodyPr/>
        <a:lstStyle/>
        <a:p>
          <a:pPr marR="0" algn="ctr" rtl="0"/>
          <a:r>
            <a:rPr lang="ru-RU" sz="1600" b="0" i="0" u="none" strike="noStrike" baseline="0" dirty="0" smtClean="0">
              <a:effectLst>
                <a:outerShdw blurRad="38100" dist="38100" dir="2700000" algn="tl">
                  <a:srgbClr val="000000">
                    <a:alpha val="43137"/>
                  </a:srgbClr>
                </a:outerShdw>
              </a:effectLst>
              <a:latin typeface="Calibri"/>
            </a:rPr>
            <a:t>Экспертные системы</a:t>
          </a:r>
          <a:endParaRPr lang="ru-RU" sz="1600" dirty="0" smtClean="0">
            <a:effectLst>
              <a:outerShdw blurRad="38100" dist="38100" dir="2700000" algn="tl">
                <a:srgbClr val="000000">
                  <a:alpha val="43137"/>
                </a:srgbClr>
              </a:outerShdw>
            </a:effectLst>
          </a:endParaRPr>
        </a:p>
      </dgm:t>
    </dgm:pt>
    <dgm:pt modelId="{02052720-0296-4B7B-8EFC-A22E222FBF78}" type="parTrans" cxnId="{38099E92-AC97-4E95-9EDA-C6436BDC954F}">
      <dgm:prSet/>
      <dgm:spPr/>
      <dgm:t>
        <a:bodyPr/>
        <a:lstStyle/>
        <a:p>
          <a:endParaRPr lang="ru-RU" sz="2400"/>
        </a:p>
      </dgm:t>
    </dgm:pt>
    <dgm:pt modelId="{3899CDAB-8D32-4636-9284-BF2C1A9759FF}" type="sibTrans" cxnId="{38099E92-AC97-4E95-9EDA-C6436BDC954F}">
      <dgm:prSet/>
      <dgm:spPr/>
      <dgm:t>
        <a:bodyPr/>
        <a:lstStyle/>
        <a:p>
          <a:endParaRPr lang="ru-RU" sz="2400"/>
        </a:p>
      </dgm:t>
    </dgm:pt>
    <dgm:pt modelId="{A96BED37-E730-4D0B-855B-E9369CDFA283}">
      <dgm:prSet custT="1"/>
      <dgm:spPr/>
      <dgm:t>
        <a:bodyPr/>
        <a:lstStyle/>
        <a:p>
          <a:pPr marR="0" algn="ctr" rtl="0"/>
          <a:r>
            <a:rPr lang="ru-RU" sz="1400" b="0" i="0" u="none" strike="noStrike" baseline="0" dirty="0" smtClean="0">
              <a:latin typeface="Calibri"/>
            </a:rPr>
            <a:t>Классифицирующие системы</a:t>
          </a:r>
          <a:endParaRPr lang="ru-RU" sz="1400" dirty="0" smtClean="0"/>
        </a:p>
      </dgm:t>
    </dgm:pt>
    <dgm:pt modelId="{8242321A-3202-4444-8DC8-9737F3504ADB}" type="parTrans" cxnId="{34629704-F4D2-420C-8246-FA2E310DA4E2}">
      <dgm:prSet/>
      <dgm:spPr/>
      <dgm:t>
        <a:bodyPr/>
        <a:lstStyle/>
        <a:p>
          <a:endParaRPr lang="ru-RU" sz="2400"/>
        </a:p>
      </dgm:t>
    </dgm:pt>
    <dgm:pt modelId="{8162112F-496F-4B2D-80AB-5A6B618B85CA}" type="sibTrans" cxnId="{34629704-F4D2-420C-8246-FA2E310DA4E2}">
      <dgm:prSet/>
      <dgm:spPr/>
      <dgm:t>
        <a:bodyPr/>
        <a:lstStyle/>
        <a:p>
          <a:endParaRPr lang="ru-RU" sz="2400"/>
        </a:p>
      </dgm:t>
    </dgm:pt>
    <dgm:pt modelId="{E5A9E435-E1C9-4567-B1E7-BB72E799D788}">
      <dgm:prSet custT="1"/>
      <dgm:spPr/>
      <dgm:t>
        <a:bodyPr/>
        <a:lstStyle/>
        <a:p>
          <a:pPr marR="0" algn="ctr" rtl="0"/>
          <a:r>
            <a:rPr lang="ru-RU" sz="1400" b="0" i="0" u="none" strike="noStrike" baseline="0" dirty="0" smtClean="0">
              <a:latin typeface="Calibri"/>
            </a:rPr>
            <a:t>Доопределяю</a:t>
          </a:r>
          <a:r>
            <a:rPr lang="ru-RU" sz="1400" b="0" i="0" u="none" strike="noStrike" baseline="0" dirty="0" smtClean="0">
              <a:latin typeface="Times New Roman"/>
            </a:rPr>
            <a:t>-</a:t>
          </a:r>
          <a:r>
            <a:rPr lang="ru-RU" sz="1400" b="0" i="0" u="none" strike="noStrike" baseline="0" dirty="0" err="1" smtClean="0">
              <a:latin typeface="Calibri"/>
            </a:rPr>
            <a:t>щие</a:t>
          </a:r>
          <a:r>
            <a:rPr lang="ru-RU" sz="1400" b="0" i="0" u="none" strike="noStrike" baseline="0" dirty="0" smtClean="0">
              <a:latin typeface="Calibri"/>
            </a:rPr>
            <a:t> системы</a:t>
          </a:r>
          <a:endParaRPr lang="ru-RU" sz="1400" dirty="0" smtClean="0"/>
        </a:p>
      </dgm:t>
    </dgm:pt>
    <dgm:pt modelId="{5C9C0B1D-18EA-49D0-B066-D04AC2D2F88D}" type="parTrans" cxnId="{5B53867C-5F02-4F42-AF04-07506EA8735E}">
      <dgm:prSet/>
      <dgm:spPr/>
      <dgm:t>
        <a:bodyPr/>
        <a:lstStyle/>
        <a:p>
          <a:endParaRPr lang="ru-RU" sz="2400"/>
        </a:p>
      </dgm:t>
    </dgm:pt>
    <dgm:pt modelId="{FF6035C0-75AC-43F0-9407-E16122DE8EF3}" type="sibTrans" cxnId="{5B53867C-5F02-4F42-AF04-07506EA8735E}">
      <dgm:prSet/>
      <dgm:spPr/>
      <dgm:t>
        <a:bodyPr/>
        <a:lstStyle/>
        <a:p>
          <a:endParaRPr lang="ru-RU" sz="2400"/>
        </a:p>
      </dgm:t>
    </dgm:pt>
    <dgm:pt modelId="{007F604B-7EFB-4365-A59A-98CFAFA5146F}">
      <dgm:prSet custT="1"/>
      <dgm:spPr/>
      <dgm:t>
        <a:bodyPr/>
        <a:lstStyle/>
        <a:p>
          <a:pPr marR="0" algn="ctr" rtl="0"/>
          <a:r>
            <a:rPr lang="ru-RU" sz="1400" b="0" i="0" u="none" strike="noStrike" baseline="0" dirty="0" smtClean="0">
              <a:latin typeface="Calibri"/>
            </a:rPr>
            <a:t>Трансформирующие системы</a:t>
          </a:r>
          <a:endParaRPr lang="ru-RU" sz="1400" dirty="0" smtClean="0"/>
        </a:p>
      </dgm:t>
    </dgm:pt>
    <dgm:pt modelId="{B2B761BE-3790-42DB-9230-AD5258A67C71}" type="parTrans" cxnId="{2F376AEE-F1F4-4FC0-9A92-54ECD6B04E26}">
      <dgm:prSet/>
      <dgm:spPr/>
      <dgm:t>
        <a:bodyPr/>
        <a:lstStyle/>
        <a:p>
          <a:endParaRPr lang="ru-RU" sz="2400"/>
        </a:p>
      </dgm:t>
    </dgm:pt>
    <dgm:pt modelId="{3EE489AD-6547-4D12-ACDB-A53381FD7F57}" type="sibTrans" cxnId="{2F376AEE-F1F4-4FC0-9A92-54ECD6B04E26}">
      <dgm:prSet/>
      <dgm:spPr/>
      <dgm:t>
        <a:bodyPr/>
        <a:lstStyle/>
        <a:p>
          <a:endParaRPr lang="ru-RU" sz="2400"/>
        </a:p>
      </dgm:t>
    </dgm:pt>
    <dgm:pt modelId="{FD6315D2-57D9-463D-BB87-17F0B0DFCF9B}">
      <dgm:prSet custT="1"/>
      <dgm:spPr/>
      <dgm:t>
        <a:bodyPr/>
        <a:lstStyle/>
        <a:p>
          <a:pPr marR="0" algn="ctr" rtl="0"/>
          <a:r>
            <a:rPr lang="ru-RU" sz="1400" b="0" i="0" u="none" strike="noStrike" baseline="0" dirty="0" err="1" smtClean="0">
              <a:latin typeface="Calibri"/>
            </a:rPr>
            <a:t>Многоагентные</a:t>
          </a:r>
          <a:r>
            <a:rPr lang="ru-RU" sz="1400" b="0" i="0" u="none" strike="noStrike" baseline="0" dirty="0" smtClean="0">
              <a:latin typeface="Calibri"/>
            </a:rPr>
            <a:t> системы</a:t>
          </a:r>
          <a:endParaRPr lang="ru-RU" sz="1400" dirty="0" smtClean="0"/>
        </a:p>
      </dgm:t>
    </dgm:pt>
    <dgm:pt modelId="{E967137A-E057-408B-BEB6-FEF20C85BB3C}" type="parTrans" cxnId="{5325C984-17EA-454B-900D-7EEC5810E9D6}">
      <dgm:prSet/>
      <dgm:spPr/>
      <dgm:t>
        <a:bodyPr/>
        <a:lstStyle/>
        <a:p>
          <a:endParaRPr lang="ru-RU" sz="2400"/>
        </a:p>
      </dgm:t>
    </dgm:pt>
    <dgm:pt modelId="{27AAEC7D-29AD-493D-91F7-FC3A97BC63C5}" type="sibTrans" cxnId="{5325C984-17EA-454B-900D-7EEC5810E9D6}">
      <dgm:prSet/>
      <dgm:spPr/>
      <dgm:t>
        <a:bodyPr/>
        <a:lstStyle/>
        <a:p>
          <a:endParaRPr lang="ru-RU" sz="2400"/>
        </a:p>
      </dgm:t>
    </dgm:pt>
    <dgm:pt modelId="{10EF02CF-6BB5-4C70-B92D-9103C0D5F6C7}">
      <dgm:prSet custT="1"/>
      <dgm:spPr/>
      <dgm:t>
        <a:bodyPr/>
        <a:lstStyle/>
        <a:p>
          <a:pPr marR="0" algn="ctr" rtl="0"/>
          <a:r>
            <a:rPr lang="ru-RU" sz="1600" b="0" i="0" u="none" strike="noStrike" baseline="0" dirty="0" smtClean="0">
              <a:effectLst>
                <a:outerShdw blurRad="38100" dist="38100" dir="2700000" algn="tl">
                  <a:srgbClr val="000000">
                    <a:alpha val="43137"/>
                  </a:srgbClr>
                </a:outerShdw>
              </a:effectLst>
              <a:latin typeface="Calibri"/>
            </a:rPr>
            <a:t>Самообучающиеся системы</a:t>
          </a:r>
          <a:endParaRPr lang="ru-RU" sz="1600" dirty="0" smtClean="0">
            <a:effectLst>
              <a:outerShdw blurRad="38100" dist="38100" dir="2700000" algn="tl">
                <a:srgbClr val="000000">
                  <a:alpha val="43137"/>
                </a:srgbClr>
              </a:outerShdw>
            </a:effectLst>
          </a:endParaRPr>
        </a:p>
      </dgm:t>
    </dgm:pt>
    <dgm:pt modelId="{A04958F6-7EF4-4D56-80AB-6501ED6FD46A}" type="parTrans" cxnId="{2A37A8BD-882E-44B7-AFAD-EC973EE6D863}">
      <dgm:prSet/>
      <dgm:spPr/>
      <dgm:t>
        <a:bodyPr/>
        <a:lstStyle/>
        <a:p>
          <a:endParaRPr lang="ru-RU" sz="2400"/>
        </a:p>
      </dgm:t>
    </dgm:pt>
    <dgm:pt modelId="{ECAF5B1A-AB06-48CC-995F-4CDFEC1FF288}" type="sibTrans" cxnId="{2A37A8BD-882E-44B7-AFAD-EC973EE6D863}">
      <dgm:prSet/>
      <dgm:spPr/>
      <dgm:t>
        <a:bodyPr/>
        <a:lstStyle/>
        <a:p>
          <a:endParaRPr lang="ru-RU" sz="2400"/>
        </a:p>
      </dgm:t>
    </dgm:pt>
    <dgm:pt modelId="{9A619F1C-EC0E-4B79-BB51-886B32972193}">
      <dgm:prSet custT="1"/>
      <dgm:spPr/>
      <dgm:t>
        <a:bodyPr/>
        <a:lstStyle/>
        <a:p>
          <a:pPr marR="0" algn="ctr" rtl="0"/>
          <a:r>
            <a:rPr lang="ru-RU" sz="1400" b="0" i="0" u="none" strike="noStrike" baseline="0" smtClean="0">
              <a:latin typeface="Calibri"/>
            </a:rPr>
            <a:t>Индуктивные системы</a:t>
          </a:r>
          <a:endParaRPr lang="ru-RU" sz="1400" smtClean="0"/>
        </a:p>
      </dgm:t>
    </dgm:pt>
    <dgm:pt modelId="{3A196667-EE46-4D6D-B9C5-A50FC9C69407}" type="parTrans" cxnId="{DDBE98E5-4EDB-4F9E-8913-84F3B86B944E}">
      <dgm:prSet/>
      <dgm:spPr/>
      <dgm:t>
        <a:bodyPr/>
        <a:lstStyle/>
        <a:p>
          <a:endParaRPr lang="ru-RU" sz="2400"/>
        </a:p>
      </dgm:t>
    </dgm:pt>
    <dgm:pt modelId="{22413010-333E-42E0-B145-AD5EDE8ECF6A}" type="sibTrans" cxnId="{DDBE98E5-4EDB-4F9E-8913-84F3B86B944E}">
      <dgm:prSet/>
      <dgm:spPr/>
      <dgm:t>
        <a:bodyPr/>
        <a:lstStyle/>
        <a:p>
          <a:endParaRPr lang="ru-RU" sz="2400"/>
        </a:p>
      </dgm:t>
    </dgm:pt>
    <dgm:pt modelId="{35847685-4DA1-46D3-8286-8B3D0D896664}">
      <dgm:prSet custT="1"/>
      <dgm:spPr/>
      <dgm:t>
        <a:bodyPr/>
        <a:lstStyle/>
        <a:p>
          <a:pPr marR="0" algn="ctr" rtl="0"/>
          <a:r>
            <a:rPr lang="ru-RU" sz="1400" b="0" i="0" u="none" strike="noStrike" baseline="0" smtClean="0">
              <a:latin typeface="Calibri"/>
            </a:rPr>
            <a:t>Нейронные </a:t>
          </a:r>
          <a:r>
            <a:rPr lang="ru-RU" sz="1400" b="0" i="0" u="none" strike="noStrike" baseline="0" smtClean="0">
              <a:latin typeface="Times New Roman"/>
            </a:rPr>
            <a:t/>
          </a:r>
          <a:br>
            <a:rPr lang="ru-RU" sz="1400" b="0" i="0" u="none" strike="noStrike" baseline="0" smtClean="0">
              <a:latin typeface="Times New Roman"/>
            </a:rPr>
          </a:br>
          <a:r>
            <a:rPr lang="ru-RU" sz="1400" b="0" i="0" u="none" strike="noStrike" baseline="0" smtClean="0">
              <a:latin typeface="Calibri"/>
            </a:rPr>
            <a:t>сети</a:t>
          </a:r>
          <a:endParaRPr lang="ru-RU" sz="1400" smtClean="0"/>
        </a:p>
      </dgm:t>
    </dgm:pt>
    <dgm:pt modelId="{6A87ED9B-E021-4059-A26F-5F3ED8F225B4}" type="parTrans" cxnId="{1A7E1ABD-1038-4DA0-9C0D-462914D704AE}">
      <dgm:prSet/>
      <dgm:spPr/>
      <dgm:t>
        <a:bodyPr/>
        <a:lstStyle/>
        <a:p>
          <a:endParaRPr lang="ru-RU" sz="2400"/>
        </a:p>
      </dgm:t>
    </dgm:pt>
    <dgm:pt modelId="{97728CC5-C21E-4860-B5EC-E63D0F4589A5}" type="sibTrans" cxnId="{1A7E1ABD-1038-4DA0-9C0D-462914D704AE}">
      <dgm:prSet/>
      <dgm:spPr/>
      <dgm:t>
        <a:bodyPr/>
        <a:lstStyle/>
        <a:p>
          <a:endParaRPr lang="ru-RU" sz="2400"/>
        </a:p>
      </dgm:t>
    </dgm:pt>
    <dgm:pt modelId="{3F45A4EB-F2AB-42F1-AD52-58FAEB935847}">
      <dgm:prSet custT="1"/>
      <dgm:spPr/>
      <dgm:t>
        <a:bodyPr/>
        <a:lstStyle/>
        <a:p>
          <a:pPr marR="0" algn="ctr" rtl="0"/>
          <a:r>
            <a:rPr lang="ru-RU" sz="1400" b="0" i="0" u="none" strike="noStrike" baseline="0" smtClean="0">
              <a:latin typeface="Calibri"/>
            </a:rPr>
            <a:t>Системы на прецедентах</a:t>
          </a:r>
          <a:endParaRPr lang="ru-RU" sz="1400" smtClean="0"/>
        </a:p>
      </dgm:t>
    </dgm:pt>
    <dgm:pt modelId="{E49F0CBE-A7E3-4293-A398-BD74F86EF873}" type="parTrans" cxnId="{71AF9041-3C9A-478F-97AD-D271D5070D2F}">
      <dgm:prSet/>
      <dgm:spPr/>
      <dgm:t>
        <a:bodyPr/>
        <a:lstStyle/>
        <a:p>
          <a:endParaRPr lang="ru-RU" sz="2400"/>
        </a:p>
      </dgm:t>
    </dgm:pt>
    <dgm:pt modelId="{CC03F328-0C3B-4A6B-9170-97453992E278}" type="sibTrans" cxnId="{71AF9041-3C9A-478F-97AD-D271D5070D2F}">
      <dgm:prSet/>
      <dgm:spPr/>
      <dgm:t>
        <a:bodyPr/>
        <a:lstStyle/>
        <a:p>
          <a:endParaRPr lang="ru-RU" sz="2400"/>
        </a:p>
      </dgm:t>
    </dgm:pt>
    <dgm:pt modelId="{E0C2E80B-ADB7-4D97-9F7E-F1992FB05639}">
      <dgm:prSet custT="1"/>
      <dgm:spPr/>
      <dgm:t>
        <a:bodyPr/>
        <a:lstStyle/>
        <a:p>
          <a:pPr marR="0" algn="ctr" rtl="0"/>
          <a:r>
            <a:rPr lang="ru-RU" sz="1400" b="0" i="0" u="none" strike="noStrike" baseline="0" dirty="0" smtClean="0">
              <a:latin typeface="Calibri"/>
            </a:rPr>
            <a:t>Информационные хранилища</a:t>
          </a:r>
          <a:endParaRPr lang="ru-RU" sz="1400" dirty="0" smtClean="0"/>
        </a:p>
      </dgm:t>
    </dgm:pt>
    <dgm:pt modelId="{14DC01D5-6457-4136-B9B4-C753DFB7CE04}" type="parTrans" cxnId="{8C5EF5B1-4BD4-4FC8-A7C4-B041F2E33996}">
      <dgm:prSet/>
      <dgm:spPr/>
      <dgm:t>
        <a:bodyPr/>
        <a:lstStyle/>
        <a:p>
          <a:endParaRPr lang="ru-RU" sz="2400"/>
        </a:p>
      </dgm:t>
    </dgm:pt>
    <dgm:pt modelId="{B80140D5-5AE0-49CA-8E6B-3BBB6503586B}" type="sibTrans" cxnId="{8C5EF5B1-4BD4-4FC8-A7C4-B041F2E33996}">
      <dgm:prSet/>
      <dgm:spPr/>
      <dgm:t>
        <a:bodyPr/>
        <a:lstStyle/>
        <a:p>
          <a:endParaRPr lang="ru-RU" sz="2400"/>
        </a:p>
      </dgm:t>
    </dgm:pt>
    <dgm:pt modelId="{A9AE5652-86A6-4445-8C08-988826054E92}">
      <dgm:prSet custT="1"/>
      <dgm:spPr/>
      <dgm:t>
        <a:bodyPr/>
        <a:lstStyle/>
        <a:p>
          <a:pPr marR="0" algn="ctr" rtl="0"/>
          <a:r>
            <a:rPr lang="ru-RU" sz="1600" b="0" i="0" u="none" strike="noStrike" baseline="0" dirty="0" smtClean="0">
              <a:effectLst>
                <a:outerShdw blurRad="38100" dist="38100" dir="2700000" algn="tl">
                  <a:srgbClr val="000000">
                    <a:alpha val="43137"/>
                  </a:srgbClr>
                </a:outerShdw>
              </a:effectLst>
              <a:latin typeface="Calibri"/>
            </a:rPr>
            <a:t>Адаптивные системы</a:t>
          </a:r>
          <a:endParaRPr lang="ru-RU" sz="1600" dirty="0" smtClean="0">
            <a:effectLst>
              <a:outerShdw blurRad="38100" dist="38100" dir="2700000" algn="tl">
                <a:srgbClr val="000000">
                  <a:alpha val="43137"/>
                </a:srgbClr>
              </a:outerShdw>
            </a:effectLst>
          </a:endParaRPr>
        </a:p>
      </dgm:t>
    </dgm:pt>
    <dgm:pt modelId="{3374F93B-EC1B-470A-8AAE-FC0EB4892520}" type="parTrans" cxnId="{334D6EF5-89B6-4B3D-BFAD-E163A3FE23A9}">
      <dgm:prSet/>
      <dgm:spPr/>
      <dgm:t>
        <a:bodyPr/>
        <a:lstStyle/>
        <a:p>
          <a:endParaRPr lang="ru-RU" sz="2400"/>
        </a:p>
      </dgm:t>
    </dgm:pt>
    <dgm:pt modelId="{9F5A7A2A-8FD8-4113-B515-B745D7E919F4}" type="sibTrans" cxnId="{334D6EF5-89B6-4B3D-BFAD-E163A3FE23A9}">
      <dgm:prSet/>
      <dgm:spPr/>
      <dgm:t>
        <a:bodyPr/>
        <a:lstStyle/>
        <a:p>
          <a:endParaRPr lang="ru-RU" sz="2400"/>
        </a:p>
      </dgm:t>
    </dgm:pt>
    <dgm:pt modelId="{A08834BB-EDBE-4479-98FA-6460BB1D6751}">
      <dgm:prSet custT="1"/>
      <dgm:spPr/>
      <dgm:t>
        <a:bodyPr/>
        <a:lstStyle/>
        <a:p>
          <a:pPr marR="0" algn="ctr" rtl="0"/>
          <a:r>
            <a:rPr lang="en-US" sz="1400" b="0" i="0" u="none" strike="noStrike" baseline="0" dirty="0" smtClean="0">
              <a:latin typeface="Calibri"/>
            </a:rPr>
            <a:t>CASE</a:t>
          </a:r>
          <a:r>
            <a:rPr lang="ru-RU" sz="1400" b="0" i="0" u="none" strike="noStrike" baseline="0" dirty="0" smtClean="0">
              <a:latin typeface="Calibri"/>
            </a:rPr>
            <a:t>-технологии (</a:t>
          </a:r>
          <a:r>
            <a:rPr lang="en-US" sz="1400" b="0" i="0" u="none" strike="noStrike" baseline="0" dirty="0" smtClean="0">
              <a:latin typeface="Calibri"/>
            </a:rPr>
            <a:t>Case-based reasoning</a:t>
          </a:r>
          <a:r>
            <a:rPr lang="ru-RU" sz="1400" b="0" i="0" u="none" strike="noStrike" baseline="0" dirty="0" smtClean="0">
              <a:latin typeface="Calibri"/>
            </a:rPr>
            <a:t>)</a:t>
          </a:r>
          <a:endParaRPr lang="ru-RU" sz="1400" dirty="0" smtClean="0"/>
        </a:p>
      </dgm:t>
    </dgm:pt>
    <dgm:pt modelId="{2781499A-C65F-420B-9222-63F1401737E9}" type="parTrans" cxnId="{4FEA318A-675A-4C11-A131-1C929B0EEE99}">
      <dgm:prSet/>
      <dgm:spPr/>
      <dgm:t>
        <a:bodyPr/>
        <a:lstStyle/>
        <a:p>
          <a:endParaRPr lang="ru-RU" sz="2400"/>
        </a:p>
      </dgm:t>
    </dgm:pt>
    <dgm:pt modelId="{C1EB1D84-B345-4415-A878-1AA0EDFD689D}" type="sibTrans" cxnId="{4FEA318A-675A-4C11-A131-1C929B0EEE99}">
      <dgm:prSet/>
      <dgm:spPr/>
      <dgm:t>
        <a:bodyPr/>
        <a:lstStyle/>
        <a:p>
          <a:endParaRPr lang="ru-RU" sz="2400"/>
        </a:p>
      </dgm:t>
    </dgm:pt>
    <dgm:pt modelId="{D78C6665-50D5-42C2-8054-720DAEB1B3CC}">
      <dgm:prSet custT="1"/>
      <dgm:spPr/>
      <dgm:t>
        <a:bodyPr/>
        <a:lstStyle/>
        <a:p>
          <a:pPr marR="0" algn="ctr" rtl="0"/>
          <a:r>
            <a:rPr lang="ru-RU" sz="1400" b="0" i="0" u="none" strike="noStrike" baseline="0" smtClean="0">
              <a:latin typeface="Calibri"/>
            </a:rPr>
            <a:t>Компонентная технология</a:t>
          </a:r>
          <a:endParaRPr lang="ru-RU" sz="1400" smtClean="0"/>
        </a:p>
      </dgm:t>
    </dgm:pt>
    <dgm:pt modelId="{9F67DFF9-8156-4A90-BECA-2C8B0385DADD}" type="parTrans" cxnId="{1F829475-1DFF-4EF1-9C37-A3012C63D590}">
      <dgm:prSet/>
      <dgm:spPr/>
      <dgm:t>
        <a:bodyPr/>
        <a:lstStyle/>
        <a:p>
          <a:endParaRPr lang="ru-RU" sz="2400"/>
        </a:p>
      </dgm:t>
    </dgm:pt>
    <dgm:pt modelId="{C04402F1-41EC-45A3-AC67-B8C89FF92D07}" type="sibTrans" cxnId="{1F829475-1DFF-4EF1-9C37-A3012C63D590}">
      <dgm:prSet/>
      <dgm:spPr/>
      <dgm:t>
        <a:bodyPr/>
        <a:lstStyle/>
        <a:p>
          <a:endParaRPr lang="ru-RU" sz="2400"/>
        </a:p>
      </dgm:t>
    </dgm:pt>
    <dgm:pt modelId="{234655E1-A07C-40C8-96B9-236EC1614A84}" type="pres">
      <dgm:prSet presAssocID="{3197EAB6-88A6-4BA9-8B4C-FCAB8FA460BC}" presName="hierChild1" presStyleCnt="0">
        <dgm:presLayoutVars>
          <dgm:orgChart val="1"/>
          <dgm:chPref val="1"/>
          <dgm:dir/>
          <dgm:animOne val="branch"/>
          <dgm:animLvl val="lvl"/>
          <dgm:resizeHandles/>
        </dgm:presLayoutVars>
      </dgm:prSet>
      <dgm:spPr/>
    </dgm:pt>
    <dgm:pt modelId="{454B3F37-6AE6-4D17-BD8B-6001310D8C73}" type="pres">
      <dgm:prSet presAssocID="{0FEC8D11-B4C1-4FA2-87D0-416EB83A11A5}" presName="hierRoot1" presStyleCnt="0">
        <dgm:presLayoutVars>
          <dgm:hierBranch/>
        </dgm:presLayoutVars>
      </dgm:prSet>
      <dgm:spPr/>
    </dgm:pt>
    <dgm:pt modelId="{AC84C99D-AEF3-496F-81CE-D6536698BF6B}" type="pres">
      <dgm:prSet presAssocID="{0FEC8D11-B4C1-4FA2-87D0-416EB83A11A5}" presName="rootComposite1" presStyleCnt="0"/>
      <dgm:spPr/>
    </dgm:pt>
    <dgm:pt modelId="{2F72C706-C1C0-4196-90F1-E2DB56AAA5F2}" type="pres">
      <dgm:prSet presAssocID="{0FEC8D11-B4C1-4FA2-87D0-416EB83A11A5}" presName="rootText1" presStyleLbl="node0" presStyleIdx="0" presStyleCnt="1" custScaleX="210218" custScaleY="99798">
        <dgm:presLayoutVars>
          <dgm:chPref val="3"/>
        </dgm:presLayoutVars>
      </dgm:prSet>
      <dgm:spPr/>
      <dgm:t>
        <a:bodyPr/>
        <a:lstStyle/>
        <a:p>
          <a:endParaRPr lang="ru-RU"/>
        </a:p>
      </dgm:t>
    </dgm:pt>
    <dgm:pt modelId="{CF9D52FE-C420-486B-8BC9-C2B30D80DCEF}" type="pres">
      <dgm:prSet presAssocID="{0FEC8D11-B4C1-4FA2-87D0-416EB83A11A5}" presName="rootConnector1" presStyleLbl="node1" presStyleIdx="0" presStyleCnt="0"/>
      <dgm:spPr/>
      <dgm:t>
        <a:bodyPr/>
        <a:lstStyle/>
        <a:p>
          <a:endParaRPr lang="ru-RU"/>
        </a:p>
      </dgm:t>
    </dgm:pt>
    <dgm:pt modelId="{07671494-B876-4A1D-B8B8-2CA29822E882}" type="pres">
      <dgm:prSet presAssocID="{0FEC8D11-B4C1-4FA2-87D0-416EB83A11A5}" presName="hierChild2" presStyleCnt="0"/>
      <dgm:spPr/>
    </dgm:pt>
    <dgm:pt modelId="{2E4ED9BF-C78C-40E7-953C-E7692D43FAE0}" type="pres">
      <dgm:prSet presAssocID="{8477BFDF-2FAC-4682-8538-4E1AEB74489C}" presName="Name35" presStyleLbl="parChTrans1D2" presStyleIdx="0" presStyleCnt="4"/>
      <dgm:spPr/>
      <dgm:t>
        <a:bodyPr/>
        <a:lstStyle/>
        <a:p>
          <a:endParaRPr lang="ru-RU"/>
        </a:p>
      </dgm:t>
    </dgm:pt>
    <dgm:pt modelId="{80C63C54-54E8-47E8-A927-2BFCB6E0ACAE}" type="pres">
      <dgm:prSet presAssocID="{A1EAA80A-500F-487C-9712-A4C9F2FCF883}" presName="hierRoot2" presStyleCnt="0">
        <dgm:presLayoutVars>
          <dgm:hierBranch val="r"/>
        </dgm:presLayoutVars>
      </dgm:prSet>
      <dgm:spPr/>
    </dgm:pt>
    <dgm:pt modelId="{5641A942-17DB-4C81-9087-DE59285A66B4}" type="pres">
      <dgm:prSet presAssocID="{A1EAA80A-500F-487C-9712-A4C9F2FCF883}" presName="rootComposite" presStyleCnt="0"/>
      <dgm:spPr/>
    </dgm:pt>
    <dgm:pt modelId="{7C68C204-86FF-4163-B16F-06CE298D6314}" type="pres">
      <dgm:prSet presAssocID="{A1EAA80A-500F-487C-9712-A4C9F2FCF883}" presName="rootText" presStyleLbl="node2" presStyleIdx="0" presStyleCnt="4" custScaleX="153036" custScaleY="149461">
        <dgm:presLayoutVars>
          <dgm:chPref val="3"/>
        </dgm:presLayoutVars>
      </dgm:prSet>
      <dgm:spPr/>
      <dgm:t>
        <a:bodyPr/>
        <a:lstStyle/>
        <a:p>
          <a:endParaRPr lang="ru-RU"/>
        </a:p>
      </dgm:t>
    </dgm:pt>
    <dgm:pt modelId="{83482085-2897-45A5-9DE6-872DDD5B2655}" type="pres">
      <dgm:prSet presAssocID="{A1EAA80A-500F-487C-9712-A4C9F2FCF883}" presName="rootConnector" presStyleLbl="node2" presStyleIdx="0" presStyleCnt="4"/>
      <dgm:spPr/>
      <dgm:t>
        <a:bodyPr/>
        <a:lstStyle/>
        <a:p>
          <a:endParaRPr lang="ru-RU"/>
        </a:p>
      </dgm:t>
    </dgm:pt>
    <dgm:pt modelId="{9774D39F-C6E9-4EF5-B69C-D511AA70F239}" type="pres">
      <dgm:prSet presAssocID="{A1EAA80A-500F-487C-9712-A4C9F2FCF883}" presName="hierChild4" presStyleCnt="0"/>
      <dgm:spPr/>
    </dgm:pt>
    <dgm:pt modelId="{AD9CC4E7-9D52-41C8-AB2A-ECE3AC2993A4}" type="pres">
      <dgm:prSet presAssocID="{DCA2959E-F8C3-4AFB-9466-558D80BE684D}" presName="Name50" presStyleLbl="parChTrans1D3" presStyleIdx="0" presStyleCnt="15"/>
      <dgm:spPr/>
      <dgm:t>
        <a:bodyPr/>
        <a:lstStyle/>
        <a:p>
          <a:endParaRPr lang="ru-RU"/>
        </a:p>
      </dgm:t>
    </dgm:pt>
    <dgm:pt modelId="{25AA62B1-A50C-433F-9FEB-AB6D87F16C08}" type="pres">
      <dgm:prSet presAssocID="{31DAB05A-17C7-4F6F-A9D0-7FA4EE495FEE}" presName="hierRoot2" presStyleCnt="0">
        <dgm:presLayoutVars>
          <dgm:hierBranch val="r"/>
        </dgm:presLayoutVars>
      </dgm:prSet>
      <dgm:spPr/>
    </dgm:pt>
    <dgm:pt modelId="{90D117B3-3872-4F60-BDFE-30A8D7B95124}" type="pres">
      <dgm:prSet presAssocID="{31DAB05A-17C7-4F6F-A9D0-7FA4EE495FEE}" presName="rootComposite" presStyleCnt="0"/>
      <dgm:spPr/>
    </dgm:pt>
    <dgm:pt modelId="{7424D768-9587-47FE-842A-2ED10E34317F}" type="pres">
      <dgm:prSet presAssocID="{31DAB05A-17C7-4F6F-A9D0-7FA4EE495FEE}" presName="rootText" presStyleLbl="node3" presStyleIdx="0" presStyleCnt="15" custScaleX="135382" custScaleY="101131">
        <dgm:presLayoutVars>
          <dgm:chPref val="3"/>
        </dgm:presLayoutVars>
      </dgm:prSet>
      <dgm:spPr/>
      <dgm:t>
        <a:bodyPr/>
        <a:lstStyle/>
        <a:p>
          <a:endParaRPr lang="ru-RU"/>
        </a:p>
      </dgm:t>
    </dgm:pt>
    <dgm:pt modelId="{24F3DEF3-AAD2-4BD1-8F70-897A556CADCF}" type="pres">
      <dgm:prSet presAssocID="{31DAB05A-17C7-4F6F-A9D0-7FA4EE495FEE}" presName="rootConnector" presStyleLbl="node3" presStyleIdx="0" presStyleCnt="15"/>
      <dgm:spPr/>
      <dgm:t>
        <a:bodyPr/>
        <a:lstStyle/>
        <a:p>
          <a:endParaRPr lang="ru-RU"/>
        </a:p>
      </dgm:t>
    </dgm:pt>
    <dgm:pt modelId="{C72D08C1-26B6-411A-8EB3-AA7DE90ED45E}" type="pres">
      <dgm:prSet presAssocID="{31DAB05A-17C7-4F6F-A9D0-7FA4EE495FEE}" presName="hierChild4" presStyleCnt="0"/>
      <dgm:spPr/>
    </dgm:pt>
    <dgm:pt modelId="{073C0DC0-3948-4029-B344-9EEAE62F5175}" type="pres">
      <dgm:prSet presAssocID="{31DAB05A-17C7-4F6F-A9D0-7FA4EE495FEE}" presName="hierChild5" presStyleCnt="0"/>
      <dgm:spPr/>
    </dgm:pt>
    <dgm:pt modelId="{33F86803-A1C9-4C6C-8875-F0181A27844F}" type="pres">
      <dgm:prSet presAssocID="{A8CE5DD5-55F0-4446-B4D3-083D63AFFBDB}" presName="Name50" presStyleLbl="parChTrans1D3" presStyleIdx="1" presStyleCnt="15"/>
      <dgm:spPr/>
      <dgm:t>
        <a:bodyPr/>
        <a:lstStyle/>
        <a:p>
          <a:endParaRPr lang="ru-RU"/>
        </a:p>
      </dgm:t>
    </dgm:pt>
    <dgm:pt modelId="{071DF881-BA6E-4B39-86DC-E87C47B2CC81}" type="pres">
      <dgm:prSet presAssocID="{AB740062-703B-4190-A0EA-08ED571EFEE0}" presName="hierRoot2" presStyleCnt="0">
        <dgm:presLayoutVars>
          <dgm:hierBranch val="r"/>
        </dgm:presLayoutVars>
      </dgm:prSet>
      <dgm:spPr/>
    </dgm:pt>
    <dgm:pt modelId="{F3F523E2-4103-4160-8BCE-9D2EEC325AB5}" type="pres">
      <dgm:prSet presAssocID="{AB740062-703B-4190-A0EA-08ED571EFEE0}" presName="rootComposite" presStyleCnt="0"/>
      <dgm:spPr/>
    </dgm:pt>
    <dgm:pt modelId="{11F546C3-8D3E-4587-9061-D771474A70AC}" type="pres">
      <dgm:prSet presAssocID="{AB740062-703B-4190-A0EA-08ED571EFEE0}" presName="rootText" presStyleLbl="node3" presStyleIdx="1" presStyleCnt="15">
        <dgm:presLayoutVars>
          <dgm:chPref val="3"/>
        </dgm:presLayoutVars>
      </dgm:prSet>
      <dgm:spPr/>
      <dgm:t>
        <a:bodyPr/>
        <a:lstStyle/>
        <a:p>
          <a:endParaRPr lang="ru-RU"/>
        </a:p>
      </dgm:t>
    </dgm:pt>
    <dgm:pt modelId="{C057EACB-1792-48BE-BDAE-95FFD8DD4183}" type="pres">
      <dgm:prSet presAssocID="{AB740062-703B-4190-A0EA-08ED571EFEE0}" presName="rootConnector" presStyleLbl="node3" presStyleIdx="1" presStyleCnt="15"/>
      <dgm:spPr/>
      <dgm:t>
        <a:bodyPr/>
        <a:lstStyle/>
        <a:p>
          <a:endParaRPr lang="ru-RU"/>
        </a:p>
      </dgm:t>
    </dgm:pt>
    <dgm:pt modelId="{14AEDB19-C0D5-4477-BDEC-EDB8E60F9F21}" type="pres">
      <dgm:prSet presAssocID="{AB740062-703B-4190-A0EA-08ED571EFEE0}" presName="hierChild4" presStyleCnt="0"/>
      <dgm:spPr/>
    </dgm:pt>
    <dgm:pt modelId="{F93F64BA-E3B9-4E20-AABF-4513E2EF904F}" type="pres">
      <dgm:prSet presAssocID="{AB740062-703B-4190-A0EA-08ED571EFEE0}" presName="hierChild5" presStyleCnt="0"/>
      <dgm:spPr/>
    </dgm:pt>
    <dgm:pt modelId="{492F08ED-8F2C-4158-B571-35E140AA9A28}" type="pres">
      <dgm:prSet presAssocID="{A393A3BE-1DB3-49BF-9DDD-35531771706F}" presName="Name50" presStyleLbl="parChTrans1D3" presStyleIdx="2" presStyleCnt="15"/>
      <dgm:spPr/>
      <dgm:t>
        <a:bodyPr/>
        <a:lstStyle/>
        <a:p>
          <a:endParaRPr lang="ru-RU"/>
        </a:p>
      </dgm:t>
    </dgm:pt>
    <dgm:pt modelId="{F5DBCC94-D2CD-4F08-BE09-E03C113B7EE3}" type="pres">
      <dgm:prSet presAssocID="{348C638E-C3F0-4A00-B253-FC70D7CC756F}" presName="hierRoot2" presStyleCnt="0">
        <dgm:presLayoutVars>
          <dgm:hierBranch val="r"/>
        </dgm:presLayoutVars>
      </dgm:prSet>
      <dgm:spPr/>
    </dgm:pt>
    <dgm:pt modelId="{FB31C213-B7BF-4D41-9BD8-4651830997C2}" type="pres">
      <dgm:prSet presAssocID="{348C638E-C3F0-4A00-B253-FC70D7CC756F}" presName="rootComposite" presStyleCnt="0"/>
      <dgm:spPr/>
    </dgm:pt>
    <dgm:pt modelId="{F5EB9FFA-9E28-4E30-A813-858CF321B089}" type="pres">
      <dgm:prSet presAssocID="{348C638E-C3F0-4A00-B253-FC70D7CC756F}" presName="rootText" presStyleLbl="node3" presStyleIdx="2" presStyleCnt="15">
        <dgm:presLayoutVars>
          <dgm:chPref val="3"/>
        </dgm:presLayoutVars>
      </dgm:prSet>
      <dgm:spPr/>
      <dgm:t>
        <a:bodyPr/>
        <a:lstStyle/>
        <a:p>
          <a:endParaRPr lang="ru-RU"/>
        </a:p>
      </dgm:t>
    </dgm:pt>
    <dgm:pt modelId="{D0E969EF-58FA-4691-BE74-34A4BB52605A}" type="pres">
      <dgm:prSet presAssocID="{348C638E-C3F0-4A00-B253-FC70D7CC756F}" presName="rootConnector" presStyleLbl="node3" presStyleIdx="2" presStyleCnt="15"/>
      <dgm:spPr/>
      <dgm:t>
        <a:bodyPr/>
        <a:lstStyle/>
        <a:p>
          <a:endParaRPr lang="ru-RU"/>
        </a:p>
      </dgm:t>
    </dgm:pt>
    <dgm:pt modelId="{2C78AC1D-B1B0-4B9B-8936-8F858C84FACC}" type="pres">
      <dgm:prSet presAssocID="{348C638E-C3F0-4A00-B253-FC70D7CC756F}" presName="hierChild4" presStyleCnt="0"/>
      <dgm:spPr/>
    </dgm:pt>
    <dgm:pt modelId="{7CADE6D1-97BA-48E0-BB54-C5137D65534B}" type="pres">
      <dgm:prSet presAssocID="{348C638E-C3F0-4A00-B253-FC70D7CC756F}" presName="hierChild5" presStyleCnt="0"/>
      <dgm:spPr/>
    </dgm:pt>
    <dgm:pt modelId="{A11152D8-CC29-47FF-9EE4-DCF5B37528BA}" type="pres">
      <dgm:prSet presAssocID="{1C200CC8-03AB-478A-8BE1-B32475B4C152}" presName="Name50" presStyleLbl="parChTrans1D3" presStyleIdx="3" presStyleCnt="15"/>
      <dgm:spPr/>
      <dgm:t>
        <a:bodyPr/>
        <a:lstStyle/>
        <a:p>
          <a:endParaRPr lang="ru-RU"/>
        </a:p>
      </dgm:t>
    </dgm:pt>
    <dgm:pt modelId="{7DB8FB8F-EF4D-48D2-B30A-8CF7D8212502}" type="pres">
      <dgm:prSet presAssocID="{F0E1735C-07E6-490B-A67B-B8B813E52C57}" presName="hierRoot2" presStyleCnt="0">
        <dgm:presLayoutVars>
          <dgm:hierBranch val="r"/>
        </dgm:presLayoutVars>
      </dgm:prSet>
      <dgm:spPr/>
    </dgm:pt>
    <dgm:pt modelId="{73BB6BC2-B638-4EFA-A618-41F835BD5AC6}" type="pres">
      <dgm:prSet presAssocID="{F0E1735C-07E6-490B-A67B-B8B813E52C57}" presName="rootComposite" presStyleCnt="0"/>
      <dgm:spPr/>
    </dgm:pt>
    <dgm:pt modelId="{22901C1E-78B1-4871-BAA2-6262C0B5B194}" type="pres">
      <dgm:prSet presAssocID="{F0E1735C-07E6-490B-A67B-B8B813E52C57}" presName="rootText" presStyleLbl="node3" presStyleIdx="3" presStyleCnt="15">
        <dgm:presLayoutVars>
          <dgm:chPref val="3"/>
        </dgm:presLayoutVars>
      </dgm:prSet>
      <dgm:spPr/>
      <dgm:t>
        <a:bodyPr/>
        <a:lstStyle/>
        <a:p>
          <a:endParaRPr lang="ru-RU"/>
        </a:p>
      </dgm:t>
    </dgm:pt>
    <dgm:pt modelId="{A0778CF8-6062-4F7F-BA36-146C765079E2}" type="pres">
      <dgm:prSet presAssocID="{F0E1735C-07E6-490B-A67B-B8B813E52C57}" presName="rootConnector" presStyleLbl="node3" presStyleIdx="3" presStyleCnt="15"/>
      <dgm:spPr/>
      <dgm:t>
        <a:bodyPr/>
        <a:lstStyle/>
        <a:p>
          <a:endParaRPr lang="ru-RU"/>
        </a:p>
      </dgm:t>
    </dgm:pt>
    <dgm:pt modelId="{524C850D-F373-4FE6-BB40-112B45E52CF5}" type="pres">
      <dgm:prSet presAssocID="{F0E1735C-07E6-490B-A67B-B8B813E52C57}" presName="hierChild4" presStyleCnt="0"/>
      <dgm:spPr/>
    </dgm:pt>
    <dgm:pt modelId="{F481F57E-AE84-40FD-8B01-4619351EDF55}" type="pres">
      <dgm:prSet presAssocID="{F0E1735C-07E6-490B-A67B-B8B813E52C57}" presName="hierChild5" presStyleCnt="0"/>
      <dgm:spPr/>
    </dgm:pt>
    <dgm:pt modelId="{CF1BB294-BDEB-49F8-AC4D-754EE5D1B222}" type="pres">
      <dgm:prSet presAssocID="{AED8E7F1-B3AA-4ED3-AB69-E56A592ABE2A}" presName="Name50" presStyleLbl="parChTrans1D3" presStyleIdx="4" presStyleCnt="15"/>
      <dgm:spPr/>
      <dgm:t>
        <a:bodyPr/>
        <a:lstStyle/>
        <a:p>
          <a:endParaRPr lang="ru-RU"/>
        </a:p>
      </dgm:t>
    </dgm:pt>
    <dgm:pt modelId="{490A94A6-3B97-456D-A991-2FF43E9F6FF3}" type="pres">
      <dgm:prSet presAssocID="{1C17E410-4589-4CFA-AF6E-0B41139B9521}" presName="hierRoot2" presStyleCnt="0">
        <dgm:presLayoutVars>
          <dgm:hierBranch val="r"/>
        </dgm:presLayoutVars>
      </dgm:prSet>
      <dgm:spPr/>
    </dgm:pt>
    <dgm:pt modelId="{A895CD4D-3D27-4794-9A87-4837A318760C}" type="pres">
      <dgm:prSet presAssocID="{1C17E410-4589-4CFA-AF6E-0B41139B9521}" presName="rootComposite" presStyleCnt="0"/>
      <dgm:spPr/>
    </dgm:pt>
    <dgm:pt modelId="{81401F8D-AC8D-4C10-9786-4C7414189486}" type="pres">
      <dgm:prSet presAssocID="{1C17E410-4589-4CFA-AF6E-0B41139B9521}" presName="rootText" presStyleLbl="node3" presStyleIdx="4" presStyleCnt="15">
        <dgm:presLayoutVars>
          <dgm:chPref val="3"/>
        </dgm:presLayoutVars>
      </dgm:prSet>
      <dgm:spPr/>
      <dgm:t>
        <a:bodyPr/>
        <a:lstStyle/>
        <a:p>
          <a:endParaRPr lang="ru-RU"/>
        </a:p>
      </dgm:t>
    </dgm:pt>
    <dgm:pt modelId="{273341FD-73F3-4D4C-9962-8A0C97180D9D}" type="pres">
      <dgm:prSet presAssocID="{1C17E410-4589-4CFA-AF6E-0B41139B9521}" presName="rootConnector" presStyleLbl="node3" presStyleIdx="4" presStyleCnt="15"/>
      <dgm:spPr/>
      <dgm:t>
        <a:bodyPr/>
        <a:lstStyle/>
        <a:p>
          <a:endParaRPr lang="ru-RU"/>
        </a:p>
      </dgm:t>
    </dgm:pt>
    <dgm:pt modelId="{716B2E00-03A8-48C2-A7DA-3E9ECDB67F98}" type="pres">
      <dgm:prSet presAssocID="{1C17E410-4589-4CFA-AF6E-0B41139B9521}" presName="hierChild4" presStyleCnt="0"/>
      <dgm:spPr/>
    </dgm:pt>
    <dgm:pt modelId="{393DB94F-1391-4628-8AAA-E8A30E56DEF7}" type="pres">
      <dgm:prSet presAssocID="{1C17E410-4589-4CFA-AF6E-0B41139B9521}" presName="hierChild5" presStyleCnt="0"/>
      <dgm:spPr/>
    </dgm:pt>
    <dgm:pt modelId="{8DFD9195-D690-4300-9DE7-27905A383190}" type="pres">
      <dgm:prSet presAssocID="{A1EAA80A-500F-487C-9712-A4C9F2FCF883}" presName="hierChild5" presStyleCnt="0"/>
      <dgm:spPr/>
    </dgm:pt>
    <dgm:pt modelId="{01C0B31C-A9A2-4BD9-9FDE-98E88936556D}" type="pres">
      <dgm:prSet presAssocID="{02052720-0296-4B7B-8EFC-A22E222FBF78}" presName="Name35" presStyleLbl="parChTrans1D2" presStyleIdx="1" presStyleCnt="4"/>
      <dgm:spPr/>
      <dgm:t>
        <a:bodyPr/>
        <a:lstStyle/>
        <a:p>
          <a:endParaRPr lang="ru-RU"/>
        </a:p>
      </dgm:t>
    </dgm:pt>
    <dgm:pt modelId="{2D411FA0-CC56-45BE-8567-25237846F5FF}" type="pres">
      <dgm:prSet presAssocID="{0692AB88-DE6E-4F7C-BD2F-2EA9BDC2248F}" presName="hierRoot2" presStyleCnt="0">
        <dgm:presLayoutVars>
          <dgm:hierBranch val="r"/>
        </dgm:presLayoutVars>
      </dgm:prSet>
      <dgm:spPr/>
    </dgm:pt>
    <dgm:pt modelId="{503512D9-46E3-47C4-A89F-FBC89F467AF6}" type="pres">
      <dgm:prSet presAssocID="{0692AB88-DE6E-4F7C-BD2F-2EA9BDC2248F}" presName="rootComposite" presStyleCnt="0"/>
      <dgm:spPr/>
    </dgm:pt>
    <dgm:pt modelId="{908C8400-6048-4264-B737-18273884E6B6}" type="pres">
      <dgm:prSet presAssocID="{0692AB88-DE6E-4F7C-BD2F-2EA9BDC2248F}" presName="rootText" presStyleLbl="node2" presStyleIdx="1" presStyleCnt="4" custScaleX="117341" custScaleY="159739">
        <dgm:presLayoutVars>
          <dgm:chPref val="3"/>
        </dgm:presLayoutVars>
      </dgm:prSet>
      <dgm:spPr/>
      <dgm:t>
        <a:bodyPr/>
        <a:lstStyle/>
        <a:p>
          <a:endParaRPr lang="ru-RU"/>
        </a:p>
      </dgm:t>
    </dgm:pt>
    <dgm:pt modelId="{DB876FEB-CEE7-404F-BD8A-27C00C0795B1}" type="pres">
      <dgm:prSet presAssocID="{0692AB88-DE6E-4F7C-BD2F-2EA9BDC2248F}" presName="rootConnector" presStyleLbl="node2" presStyleIdx="1" presStyleCnt="4"/>
      <dgm:spPr/>
      <dgm:t>
        <a:bodyPr/>
        <a:lstStyle/>
        <a:p>
          <a:endParaRPr lang="ru-RU"/>
        </a:p>
      </dgm:t>
    </dgm:pt>
    <dgm:pt modelId="{4AFC5EEF-848D-4889-B173-A63825967AAD}" type="pres">
      <dgm:prSet presAssocID="{0692AB88-DE6E-4F7C-BD2F-2EA9BDC2248F}" presName="hierChild4" presStyleCnt="0"/>
      <dgm:spPr/>
    </dgm:pt>
    <dgm:pt modelId="{9E36295C-FA0D-4915-BE4A-62D75E7C2B48}" type="pres">
      <dgm:prSet presAssocID="{8242321A-3202-4444-8DC8-9737F3504ADB}" presName="Name50" presStyleLbl="parChTrans1D3" presStyleIdx="5" presStyleCnt="15"/>
      <dgm:spPr/>
      <dgm:t>
        <a:bodyPr/>
        <a:lstStyle/>
        <a:p>
          <a:endParaRPr lang="ru-RU"/>
        </a:p>
      </dgm:t>
    </dgm:pt>
    <dgm:pt modelId="{63D62EA9-1136-4C6D-A64B-D182BF3BE2BA}" type="pres">
      <dgm:prSet presAssocID="{A96BED37-E730-4D0B-855B-E9369CDFA283}" presName="hierRoot2" presStyleCnt="0">
        <dgm:presLayoutVars>
          <dgm:hierBranch val="r"/>
        </dgm:presLayoutVars>
      </dgm:prSet>
      <dgm:spPr/>
    </dgm:pt>
    <dgm:pt modelId="{EF2D748C-AF86-41FC-AF0B-34A6CBA351D6}" type="pres">
      <dgm:prSet presAssocID="{A96BED37-E730-4D0B-855B-E9369CDFA283}" presName="rootComposite" presStyleCnt="0"/>
      <dgm:spPr/>
    </dgm:pt>
    <dgm:pt modelId="{74FD141F-5F57-43C5-9BB5-4148D6C0167E}" type="pres">
      <dgm:prSet presAssocID="{A96BED37-E730-4D0B-855B-E9369CDFA283}" presName="rootText" presStyleLbl="node3" presStyleIdx="5" presStyleCnt="15">
        <dgm:presLayoutVars>
          <dgm:chPref val="3"/>
        </dgm:presLayoutVars>
      </dgm:prSet>
      <dgm:spPr/>
      <dgm:t>
        <a:bodyPr/>
        <a:lstStyle/>
        <a:p>
          <a:endParaRPr lang="ru-RU"/>
        </a:p>
      </dgm:t>
    </dgm:pt>
    <dgm:pt modelId="{9DD18D62-D422-4A7E-8B38-2389BAA6FF95}" type="pres">
      <dgm:prSet presAssocID="{A96BED37-E730-4D0B-855B-E9369CDFA283}" presName="rootConnector" presStyleLbl="node3" presStyleIdx="5" presStyleCnt="15"/>
      <dgm:spPr/>
      <dgm:t>
        <a:bodyPr/>
        <a:lstStyle/>
        <a:p>
          <a:endParaRPr lang="ru-RU"/>
        </a:p>
      </dgm:t>
    </dgm:pt>
    <dgm:pt modelId="{2FBF42FD-BA25-4BCB-BEEE-0816B8C11C86}" type="pres">
      <dgm:prSet presAssocID="{A96BED37-E730-4D0B-855B-E9369CDFA283}" presName="hierChild4" presStyleCnt="0"/>
      <dgm:spPr/>
    </dgm:pt>
    <dgm:pt modelId="{FE3BC41E-7623-49CE-81D6-378ED71C78EF}" type="pres">
      <dgm:prSet presAssocID="{A96BED37-E730-4D0B-855B-E9369CDFA283}" presName="hierChild5" presStyleCnt="0"/>
      <dgm:spPr/>
    </dgm:pt>
    <dgm:pt modelId="{23C34E17-34F0-4275-B664-8B5CC24AE832}" type="pres">
      <dgm:prSet presAssocID="{5C9C0B1D-18EA-49D0-B066-D04AC2D2F88D}" presName="Name50" presStyleLbl="parChTrans1D3" presStyleIdx="6" presStyleCnt="15"/>
      <dgm:spPr/>
      <dgm:t>
        <a:bodyPr/>
        <a:lstStyle/>
        <a:p>
          <a:endParaRPr lang="ru-RU"/>
        </a:p>
      </dgm:t>
    </dgm:pt>
    <dgm:pt modelId="{29692710-8D13-4115-BE89-3550CA1139E7}" type="pres">
      <dgm:prSet presAssocID="{E5A9E435-E1C9-4567-B1E7-BB72E799D788}" presName="hierRoot2" presStyleCnt="0">
        <dgm:presLayoutVars>
          <dgm:hierBranch val="r"/>
        </dgm:presLayoutVars>
      </dgm:prSet>
      <dgm:spPr/>
    </dgm:pt>
    <dgm:pt modelId="{903686CF-95FF-4B7D-8B30-29C1FD45F560}" type="pres">
      <dgm:prSet presAssocID="{E5A9E435-E1C9-4567-B1E7-BB72E799D788}" presName="rootComposite" presStyleCnt="0"/>
      <dgm:spPr/>
    </dgm:pt>
    <dgm:pt modelId="{FAA95A24-5C70-450A-B99A-A7A307C93F44}" type="pres">
      <dgm:prSet presAssocID="{E5A9E435-E1C9-4567-B1E7-BB72E799D788}" presName="rootText" presStyleLbl="node3" presStyleIdx="6" presStyleCnt="15">
        <dgm:presLayoutVars>
          <dgm:chPref val="3"/>
        </dgm:presLayoutVars>
      </dgm:prSet>
      <dgm:spPr/>
      <dgm:t>
        <a:bodyPr/>
        <a:lstStyle/>
        <a:p>
          <a:endParaRPr lang="ru-RU"/>
        </a:p>
      </dgm:t>
    </dgm:pt>
    <dgm:pt modelId="{48687379-4FF1-474D-8CCB-E3CDF91E0A37}" type="pres">
      <dgm:prSet presAssocID="{E5A9E435-E1C9-4567-B1E7-BB72E799D788}" presName="rootConnector" presStyleLbl="node3" presStyleIdx="6" presStyleCnt="15"/>
      <dgm:spPr/>
      <dgm:t>
        <a:bodyPr/>
        <a:lstStyle/>
        <a:p>
          <a:endParaRPr lang="ru-RU"/>
        </a:p>
      </dgm:t>
    </dgm:pt>
    <dgm:pt modelId="{9970A788-3D9C-409C-ABBD-74058E3C7BF1}" type="pres">
      <dgm:prSet presAssocID="{E5A9E435-E1C9-4567-B1E7-BB72E799D788}" presName="hierChild4" presStyleCnt="0"/>
      <dgm:spPr/>
    </dgm:pt>
    <dgm:pt modelId="{B501C062-1265-429D-9D70-B06FD45BDE44}" type="pres">
      <dgm:prSet presAssocID="{E5A9E435-E1C9-4567-B1E7-BB72E799D788}" presName="hierChild5" presStyleCnt="0"/>
      <dgm:spPr/>
    </dgm:pt>
    <dgm:pt modelId="{F47E9B50-D742-482A-A893-FE59C26F1C0E}" type="pres">
      <dgm:prSet presAssocID="{B2B761BE-3790-42DB-9230-AD5258A67C71}" presName="Name50" presStyleLbl="parChTrans1D3" presStyleIdx="7" presStyleCnt="15"/>
      <dgm:spPr/>
      <dgm:t>
        <a:bodyPr/>
        <a:lstStyle/>
        <a:p>
          <a:endParaRPr lang="ru-RU"/>
        </a:p>
      </dgm:t>
    </dgm:pt>
    <dgm:pt modelId="{5865E2A9-4737-46EE-A803-EF7970E4D054}" type="pres">
      <dgm:prSet presAssocID="{007F604B-7EFB-4365-A59A-98CFAFA5146F}" presName="hierRoot2" presStyleCnt="0">
        <dgm:presLayoutVars>
          <dgm:hierBranch val="r"/>
        </dgm:presLayoutVars>
      </dgm:prSet>
      <dgm:spPr/>
    </dgm:pt>
    <dgm:pt modelId="{A9579EE7-0DAF-402F-9130-EDCD5ED7816A}" type="pres">
      <dgm:prSet presAssocID="{007F604B-7EFB-4365-A59A-98CFAFA5146F}" presName="rootComposite" presStyleCnt="0"/>
      <dgm:spPr/>
    </dgm:pt>
    <dgm:pt modelId="{4368342D-1BAE-445B-A695-C54C77485458}" type="pres">
      <dgm:prSet presAssocID="{007F604B-7EFB-4365-A59A-98CFAFA5146F}" presName="rootText" presStyleLbl="node3" presStyleIdx="7" presStyleCnt="15">
        <dgm:presLayoutVars>
          <dgm:chPref val="3"/>
        </dgm:presLayoutVars>
      </dgm:prSet>
      <dgm:spPr/>
      <dgm:t>
        <a:bodyPr/>
        <a:lstStyle/>
        <a:p>
          <a:endParaRPr lang="ru-RU"/>
        </a:p>
      </dgm:t>
    </dgm:pt>
    <dgm:pt modelId="{0E40C9A5-681D-4A90-8F64-5B7291ECF251}" type="pres">
      <dgm:prSet presAssocID="{007F604B-7EFB-4365-A59A-98CFAFA5146F}" presName="rootConnector" presStyleLbl="node3" presStyleIdx="7" presStyleCnt="15"/>
      <dgm:spPr/>
      <dgm:t>
        <a:bodyPr/>
        <a:lstStyle/>
        <a:p>
          <a:endParaRPr lang="ru-RU"/>
        </a:p>
      </dgm:t>
    </dgm:pt>
    <dgm:pt modelId="{2D3A9E0A-72D1-49D1-939D-5231337BCBBA}" type="pres">
      <dgm:prSet presAssocID="{007F604B-7EFB-4365-A59A-98CFAFA5146F}" presName="hierChild4" presStyleCnt="0"/>
      <dgm:spPr/>
    </dgm:pt>
    <dgm:pt modelId="{92A1908E-45AC-41C4-8226-8D0BF4CBA51D}" type="pres">
      <dgm:prSet presAssocID="{007F604B-7EFB-4365-A59A-98CFAFA5146F}" presName="hierChild5" presStyleCnt="0"/>
      <dgm:spPr/>
    </dgm:pt>
    <dgm:pt modelId="{19AD40DA-B9C7-4B22-A229-BC4AF9363584}" type="pres">
      <dgm:prSet presAssocID="{E967137A-E057-408B-BEB6-FEF20C85BB3C}" presName="Name50" presStyleLbl="parChTrans1D3" presStyleIdx="8" presStyleCnt="15"/>
      <dgm:spPr/>
      <dgm:t>
        <a:bodyPr/>
        <a:lstStyle/>
        <a:p>
          <a:endParaRPr lang="ru-RU"/>
        </a:p>
      </dgm:t>
    </dgm:pt>
    <dgm:pt modelId="{B7B6AEC4-F27B-4757-AB92-1C20AC8BA7E7}" type="pres">
      <dgm:prSet presAssocID="{FD6315D2-57D9-463D-BB87-17F0B0DFCF9B}" presName="hierRoot2" presStyleCnt="0">
        <dgm:presLayoutVars>
          <dgm:hierBranch val="r"/>
        </dgm:presLayoutVars>
      </dgm:prSet>
      <dgm:spPr/>
    </dgm:pt>
    <dgm:pt modelId="{6EBD2E85-0F03-4610-8D2F-3501D0A45AAE}" type="pres">
      <dgm:prSet presAssocID="{FD6315D2-57D9-463D-BB87-17F0B0DFCF9B}" presName="rootComposite" presStyleCnt="0"/>
      <dgm:spPr/>
    </dgm:pt>
    <dgm:pt modelId="{59D83286-CD22-4CC1-BDC9-215667BC8DDB}" type="pres">
      <dgm:prSet presAssocID="{FD6315D2-57D9-463D-BB87-17F0B0DFCF9B}" presName="rootText" presStyleLbl="node3" presStyleIdx="8" presStyleCnt="15" custScaleX="108255" custScaleY="141349">
        <dgm:presLayoutVars>
          <dgm:chPref val="3"/>
        </dgm:presLayoutVars>
      </dgm:prSet>
      <dgm:spPr/>
      <dgm:t>
        <a:bodyPr/>
        <a:lstStyle/>
        <a:p>
          <a:endParaRPr lang="ru-RU"/>
        </a:p>
      </dgm:t>
    </dgm:pt>
    <dgm:pt modelId="{B1AF160B-70F8-488E-8963-527689BAC095}" type="pres">
      <dgm:prSet presAssocID="{FD6315D2-57D9-463D-BB87-17F0B0DFCF9B}" presName="rootConnector" presStyleLbl="node3" presStyleIdx="8" presStyleCnt="15"/>
      <dgm:spPr/>
      <dgm:t>
        <a:bodyPr/>
        <a:lstStyle/>
        <a:p>
          <a:endParaRPr lang="ru-RU"/>
        </a:p>
      </dgm:t>
    </dgm:pt>
    <dgm:pt modelId="{BDE36A4D-880A-431A-8C16-1C2B67BB1965}" type="pres">
      <dgm:prSet presAssocID="{FD6315D2-57D9-463D-BB87-17F0B0DFCF9B}" presName="hierChild4" presStyleCnt="0"/>
      <dgm:spPr/>
    </dgm:pt>
    <dgm:pt modelId="{14DD8719-E9A6-4C8A-ADE6-9200412CE06E}" type="pres">
      <dgm:prSet presAssocID="{FD6315D2-57D9-463D-BB87-17F0B0DFCF9B}" presName="hierChild5" presStyleCnt="0"/>
      <dgm:spPr/>
    </dgm:pt>
    <dgm:pt modelId="{06623AD4-FC0F-4D24-987A-9F06C19B8A4F}" type="pres">
      <dgm:prSet presAssocID="{0692AB88-DE6E-4F7C-BD2F-2EA9BDC2248F}" presName="hierChild5" presStyleCnt="0"/>
      <dgm:spPr/>
    </dgm:pt>
    <dgm:pt modelId="{0A104BD3-F6AB-4947-A582-90E00C46072E}" type="pres">
      <dgm:prSet presAssocID="{A04958F6-7EF4-4D56-80AB-6501ED6FD46A}" presName="Name35" presStyleLbl="parChTrans1D2" presStyleIdx="2" presStyleCnt="4"/>
      <dgm:spPr/>
      <dgm:t>
        <a:bodyPr/>
        <a:lstStyle/>
        <a:p>
          <a:endParaRPr lang="ru-RU"/>
        </a:p>
      </dgm:t>
    </dgm:pt>
    <dgm:pt modelId="{831F4C1C-A1B8-4849-A0AF-DDA3CDF6E0AF}" type="pres">
      <dgm:prSet presAssocID="{10EF02CF-6BB5-4C70-B92D-9103C0D5F6C7}" presName="hierRoot2" presStyleCnt="0">
        <dgm:presLayoutVars>
          <dgm:hierBranch val="r"/>
        </dgm:presLayoutVars>
      </dgm:prSet>
      <dgm:spPr/>
    </dgm:pt>
    <dgm:pt modelId="{EC44D3A0-1953-4ABF-A050-F403DFD1A002}" type="pres">
      <dgm:prSet presAssocID="{10EF02CF-6BB5-4C70-B92D-9103C0D5F6C7}" presName="rootComposite" presStyleCnt="0"/>
      <dgm:spPr/>
    </dgm:pt>
    <dgm:pt modelId="{AC99F419-9504-4223-8C37-64A62EC37070}" type="pres">
      <dgm:prSet presAssocID="{10EF02CF-6BB5-4C70-B92D-9103C0D5F6C7}" presName="rootText" presStyleLbl="node2" presStyleIdx="2" presStyleCnt="4" custScaleX="130524" custScaleY="159739">
        <dgm:presLayoutVars>
          <dgm:chPref val="3"/>
        </dgm:presLayoutVars>
      </dgm:prSet>
      <dgm:spPr/>
      <dgm:t>
        <a:bodyPr/>
        <a:lstStyle/>
        <a:p>
          <a:endParaRPr lang="ru-RU"/>
        </a:p>
      </dgm:t>
    </dgm:pt>
    <dgm:pt modelId="{5E144FC5-5492-4B76-8A20-03AB4C585DB2}" type="pres">
      <dgm:prSet presAssocID="{10EF02CF-6BB5-4C70-B92D-9103C0D5F6C7}" presName="rootConnector" presStyleLbl="node2" presStyleIdx="2" presStyleCnt="4"/>
      <dgm:spPr/>
      <dgm:t>
        <a:bodyPr/>
        <a:lstStyle/>
        <a:p>
          <a:endParaRPr lang="ru-RU"/>
        </a:p>
      </dgm:t>
    </dgm:pt>
    <dgm:pt modelId="{634E7BF0-7106-4619-A821-B92C0C0F594A}" type="pres">
      <dgm:prSet presAssocID="{10EF02CF-6BB5-4C70-B92D-9103C0D5F6C7}" presName="hierChild4" presStyleCnt="0"/>
      <dgm:spPr/>
    </dgm:pt>
    <dgm:pt modelId="{41DA9C21-4543-47AC-A841-5CFCC3AD70AD}" type="pres">
      <dgm:prSet presAssocID="{3A196667-EE46-4D6D-B9C5-A50FC9C69407}" presName="Name50" presStyleLbl="parChTrans1D3" presStyleIdx="9" presStyleCnt="15"/>
      <dgm:spPr/>
      <dgm:t>
        <a:bodyPr/>
        <a:lstStyle/>
        <a:p>
          <a:endParaRPr lang="ru-RU"/>
        </a:p>
      </dgm:t>
    </dgm:pt>
    <dgm:pt modelId="{3B70C5B4-9F55-4BAB-A1AF-BF2B373F5202}" type="pres">
      <dgm:prSet presAssocID="{9A619F1C-EC0E-4B79-BB51-886B32972193}" presName="hierRoot2" presStyleCnt="0">
        <dgm:presLayoutVars>
          <dgm:hierBranch val="r"/>
        </dgm:presLayoutVars>
      </dgm:prSet>
      <dgm:spPr/>
    </dgm:pt>
    <dgm:pt modelId="{00DB3CEA-2F58-4A37-A357-96A9BE2A5154}" type="pres">
      <dgm:prSet presAssocID="{9A619F1C-EC0E-4B79-BB51-886B32972193}" presName="rootComposite" presStyleCnt="0"/>
      <dgm:spPr/>
    </dgm:pt>
    <dgm:pt modelId="{DED8DE2A-CA68-4490-BCBD-13793F781844}" type="pres">
      <dgm:prSet presAssocID="{9A619F1C-EC0E-4B79-BB51-886B32972193}" presName="rootText" presStyleLbl="node3" presStyleIdx="9" presStyleCnt="15">
        <dgm:presLayoutVars>
          <dgm:chPref val="3"/>
        </dgm:presLayoutVars>
      </dgm:prSet>
      <dgm:spPr/>
      <dgm:t>
        <a:bodyPr/>
        <a:lstStyle/>
        <a:p>
          <a:endParaRPr lang="ru-RU"/>
        </a:p>
      </dgm:t>
    </dgm:pt>
    <dgm:pt modelId="{0E38B224-4D49-4680-827E-7686B960F1F1}" type="pres">
      <dgm:prSet presAssocID="{9A619F1C-EC0E-4B79-BB51-886B32972193}" presName="rootConnector" presStyleLbl="node3" presStyleIdx="9" presStyleCnt="15"/>
      <dgm:spPr/>
      <dgm:t>
        <a:bodyPr/>
        <a:lstStyle/>
        <a:p>
          <a:endParaRPr lang="ru-RU"/>
        </a:p>
      </dgm:t>
    </dgm:pt>
    <dgm:pt modelId="{5D13C40E-15BF-42C8-8388-873E2BF68246}" type="pres">
      <dgm:prSet presAssocID="{9A619F1C-EC0E-4B79-BB51-886B32972193}" presName="hierChild4" presStyleCnt="0"/>
      <dgm:spPr/>
    </dgm:pt>
    <dgm:pt modelId="{10F1D1E6-9101-4D24-AEF7-10E268972778}" type="pres">
      <dgm:prSet presAssocID="{9A619F1C-EC0E-4B79-BB51-886B32972193}" presName="hierChild5" presStyleCnt="0"/>
      <dgm:spPr/>
    </dgm:pt>
    <dgm:pt modelId="{2FC64DFF-F429-4684-8766-C8E17DD3420C}" type="pres">
      <dgm:prSet presAssocID="{6A87ED9B-E021-4059-A26F-5F3ED8F225B4}" presName="Name50" presStyleLbl="parChTrans1D3" presStyleIdx="10" presStyleCnt="15"/>
      <dgm:spPr/>
      <dgm:t>
        <a:bodyPr/>
        <a:lstStyle/>
        <a:p>
          <a:endParaRPr lang="ru-RU"/>
        </a:p>
      </dgm:t>
    </dgm:pt>
    <dgm:pt modelId="{4343E07D-3886-43DF-81FC-96AABF3105EF}" type="pres">
      <dgm:prSet presAssocID="{35847685-4DA1-46D3-8286-8B3D0D896664}" presName="hierRoot2" presStyleCnt="0">
        <dgm:presLayoutVars>
          <dgm:hierBranch val="r"/>
        </dgm:presLayoutVars>
      </dgm:prSet>
      <dgm:spPr/>
    </dgm:pt>
    <dgm:pt modelId="{0070AB67-1962-478D-9261-7E6158F5EA17}" type="pres">
      <dgm:prSet presAssocID="{35847685-4DA1-46D3-8286-8B3D0D896664}" presName="rootComposite" presStyleCnt="0"/>
      <dgm:spPr/>
    </dgm:pt>
    <dgm:pt modelId="{5A182610-53DF-4366-B012-1E195768D0AA}" type="pres">
      <dgm:prSet presAssocID="{35847685-4DA1-46D3-8286-8B3D0D896664}" presName="rootText" presStyleLbl="node3" presStyleIdx="10" presStyleCnt="15" custLinFactNeighborX="224" custLinFactNeighborY="-7277">
        <dgm:presLayoutVars>
          <dgm:chPref val="3"/>
        </dgm:presLayoutVars>
      </dgm:prSet>
      <dgm:spPr/>
      <dgm:t>
        <a:bodyPr/>
        <a:lstStyle/>
        <a:p>
          <a:endParaRPr lang="ru-RU"/>
        </a:p>
      </dgm:t>
    </dgm:pt>
    <dgm:pt modelId="{EA4AA612-C74E-4F22-891B-A6B106ECF44D}" type="pres">
      <dgm:prSet presAssocID="{35847685-4DA1-46D3-8286-8B3D0D896664}" presName="rootConnector" presStyleLbl="node3" presStyleIdx="10" presStyleCnt="15"/>
      <dgm:spPr/>
      <dgm:t>
        <a:bodyPr/>
        <a:lstStyle/>
        <a:p>
          <a:endParaRPr lang="ru-RU"/>
        </a:p>
      </dgm:t>
    </dgm:pt>
    <dgm:pt modelId="{ECA5413D-50F8-4FD3-A28A-3824A3BAA97B}" type="pres">
      <dgm:prSet presAssocID="{35847685-4DA1-46D3-8286-8B3D0D896664}" presName="hierChild4" presStyleCnt="0"/>
      <dgm:spPr/>
    </dgm:pt>
    <dgm:pt modelId="{70B10598-C45B-4335-92A6-1F597999CC40}" type="pres">
      <dgm:prSet presAssocID="{35847685-4DA1-46D3-8286-8B3D0D896664}" presName="hierChild5" presStyleCnt="0"/>
      <dgm:spPr/>
    </dgm:pt>
    <dgm:pt modelId="{89F2AB7B-B6FE-4F9A-B1B5-440DD42FCCE4}" type="pres">
      <dgm:prSet presAssocID="{E49F0CBE-A7E3-4293-A398-BD74F86EF873}" presName="Name50" presStyleLbl="parChTrans1D3" presStyleIdx="11" presStyleCnt="15"/>
      <dgm:spPr/>
      <dgm:t>
        <a:bodyPr/>
        <a:lstStyle/>
        <a:p>
          <a:endParaRPr lang="ru-RU"/>
        </a:p>
      </dgm:t>
    </dgm:pt>
    <dgm:pt modelId="{80A20FC7-C4CD-44B0-B9C7-34C5937D0820}" type="pres">
      <dgm:prSet presAssocID="{3F45A4EB-F2AB-42F1-AD52-58FAEB935847}" presName="hierRoot2" presStyleCnt="0">
        <dgm:presLayoutVars>
          <dgm:hierBranch val="r"/>
        </dgm:presLayoutVars>
      </dgm:prSet>
      <dgm:spPr/>
    </dgm:pt>
    <dgm:pt modelId="{8BCC8118-EB01-4DAF-98E4-540AC01E2063}" type="pres">
      <dgm:prSet presAssocID="{3F45A4EB-F2AB-42F1-AD52-58FAEB935847}" presName="rootComposite" presStyleCnt="0"/>
      <dgm:spPr/>
    </dgm:pt>
    <dgm:pt modelId="{C437CF02-EE1F-4B07-B4C4-C83CB4F50E9A}" type="pres">
      <dgm:prSet presAssocID="{3F45A4EB-F2AB-42F1-AD52-58FAEB935847}" presName="rootText" presStyleLbl="node3" presStyleIdx="11" presStyleCnt="15">
        <dgm:presLayoutVars>
          <dgm:chPref val="3"/>
        </dgm:presLayoutVars>
      </dgm:prSet>
      <dgm:spPr/>
      <dgm:t>
        <a:bodyPr/>
        <a:lstStyle/>
        <a:p>
          <a:endParaRPr lang="ru-RU"/>
        </a:p>
      </dgm:t>
    </dgm:pt>
    <dgm:pt modelId="{9069B63E-AC59-4AE1-AF8F-7E640B7EAF58}" type="pres">
      <dgm:prSet presAssocID="{3F45A4EB-F2AB-42F1-AD52-58FAEB935847}" presName="rootConnector" presStyleLbl="node3" presStyleIdx="11" presStyleCnt="15"/>
      <dgm:spPr/>
      <dgm:t>
        <a:bodyPr/>
        <a:lstStyle/>
        <a:p>
          <a:endParaRPr lang="ru-RU"/>
        </a:p>
      </dgm:t>
    </dgm:pt>
    <dgm:pt modelId="{B3366769-EA08-4D88-8480-1A69DC966879}" type="pres">
      <dgm:prSet presAssocID="{3F45A4EB-F2AB-42F1-AD52-58FAEB935847}" presName="hierChild4" presStyleCnt="0"/>
      <dgm:spPr/>
    </dgm:pt>
    <dgm:pt modelId="{2DA6F69E-CDC7-413F-8BF7-04A35F432858}" type="pres">
      <dgm:prSet presAssocID="{3F45A4EB-F2AB-42F1-AD52-58FAEB935847}" presName="hierChild5" presStyleCnt="0"/>
      <dgm:spPr/>
    </dgm:pt>
    <dgm:pt modelId="{834935A5-66BA-4A15-A692-3F03082B5BCB}" type="pres">
      <dgm:prSet presAssocID="{14DC01D5-6457-4136-B9B4-C753DFB7CE04}" presName="Name50" presStyleLbl="parChTrans1D3" presStyleIdx="12" presStyleCnt="15"/>
      <dgm:spPr/>
      <dgm:t>
        <a:bodyPr/>
        <a:lstStyle/>
        <a:p>
          <a:endParaRPr lang="ru-RU"/>
        </a:p>
      </dgm:t>
    </dgm:pt>
    <dgm:pt modelId="{29839A66-6860-448F-B9AF-28B248CBDFE6}" type="pres">
      <dgm:prSet presAssocID="{E0C2E80B-ADB7-4D97-9F7E-F1992FB05639}" presName="hierRoot2" presStyleCnt="0">
        <dgm:presLayoutVars>
          <dgm:hierBranch val="r"/>
        </dgm:presLayoutVars>
      </dgm:prSet>
      <dgm:spPr/>
    </dgm:pt>
    <dgm:pt modelId="{31E98B08-0342-4C6A-AE9A-F36F9A1CB52C}" type="pres">
      <dgm:prSet presAssocID="{E0C2E80B-ADB7-4D97-9F7E-F1992FB05639}" presName="rootComposite" presStyleCnt="0"/>
      <dgm:spPr/>
    </dgm:pt>
    <dgm:pt modelId="{B2BE8ACB-DF6D-4F3C-86A3-4251E96FAD98}" type="pres">
      <dgm:prSet presAssocID="{E0C2E80B-ADB7-4D97-9F7E-F1992FB05639}" presName="rootText" presStyleLbl="node3" presStyleIdx="12" presStyleCnt="15" custScaleX="136241" custScaleY="116607">
        <dgm:presLayoutVars>
          <dgm:chPref val="3"/>
        </dgm:presLayoutVars>
      </dgm:prSet>
      <dgm:spPr/>
      <dgm:t>
        <a:bodyPr/>
        <a:lstStyle/>
        <a:p>
          <a:endParaRPr lang="ru-RU"/>
        </a:p>
      </dgm:t>
    </dgm:pt>
    <dgm:pt modelId="{4E771E3D-5A39-4EE0-9EA0-4599CEDB4D98}" type="pres">
      <dgm:prSet presAssocID="{E0C2E80B-ADB7-4D97-9F7E-F1992FB05639}" presName="rootConnector" presStyleLbl="node3" presStyleIdx="12" presStyleCnt="15"/>
      <dgm:spPr/>
      <dgm:t>
        <a:bodyPr/>
        <a:lstStyle/>
        <a:p>
          <a:endParaRPr lang="ru-RU"/>
        </a:p>
      </dgm:t>
    </dgm:pt>
    <dgm:pt modelId="{18E1C024-3365-4D73-80D9-7B0FDA42667F}" type="pres">
      <dgm:prSet presAssocID="{E0C2E80B-ADB7-4D97-9F7E-F1992FB05639}" presName="hierChild4" presStyleCnt="0"/>
      <dgm:spPr/>
    </dgm:pt>
    <dgm:pt modelId="{412C1930-5339-4587-9F51-183FE12B041A}" type="pres">
      <dgm:prSet presAssocID="{E0C2E80B-ADB7-4D97-9F7E-F1992FB05639}" presName="hierChild5" presStyleCnt="0"/>
      <dgm:spPr/>
    </dgm:pt>
    <dgm:pt modelId="{4567F0F7-62A4-44BC-950C-AB8B05807826}" type="pres">
      <dgm:prSet presAssocID="{10EF02CF-6BB5-4C70-B92D-9103C0D5F6C7}" presName="hierChild5" presStyleCnt="0"/>
      <dgm:spPr/>
    </dgm:pt>
    <dgm:pt modelId="{BFE186D4-FC40-4A1F-BBF3-82EEAE3593B0}" type="pres">
      <dgm:prSet presAssocID="{3374F93B-EC1B-470A-8AAE-FC0EB4892520}" presName="Name35" presStyleLbl="parChTrans1D2" presStyleIdx="3" presStyleCnt="4"/>
      <dgm:spPr/>
      <dgm:t>
        <a:bodyPr/>
        <a:lstStyle/>
        <a:p>
          <a:endParaRPr lang="ru-RU"/>
        </a:p>
      </dgm:t>
    </dgm:pt>
    <dgm:pt modelId="{5EA1C588-6952-45A2-9AF0-D345DF1624A1}" type="pres">
      <dgm:prSet presAssocID="{A9AE5652-86A6-4445-8C08-988826054E92}" presName="hierRoot2" presStyleCnt="0">
        <dgm:presLayoutVars>
          <dgm:hierBranch val="r"/>
        </dgm:presLayoutVars>
      </dgm:prSet>
      <dgm:spPr/>
    </dgm:pt>
    <dgm:pt modelId="{3812529E-6A58-474C-86D4-25B2A64FD0FE}" type="pres">
      <dgm:prSet presAssocID="{A9AE5652-86A6-4445-8C08-988826054E92}" presName="rootComposite" presStyleCnt="0"/>
      <dgm:spPr/>
    </dgm:pt>
    <dgm:pt modelId="{77396AB6-9FF6-4704-9E1A-51BD5E14E0E6}" type="pres">
      <dgm:prSet presAssocID="{A9AE5652-86A6-4445-8C08-988826054E92}" presName="rootText" presStyleLbl="node2" presStyleIdx="3" presStyleCnt="4" custScaleX="105418" custScaleY="159739">
        <dgm:presLayoutVars>
          <dgm:chPref val="3"/>
        </dgm:presLayoutVars>
      </dgm:prSet>
      <dgm:spPr/>
      <dgm:t>
        <a:bodyPr/>
        <a:lstStyle/>
        <a:p>
          <a:endParaRPr lang="ru-RU"/>
        </a:p>
      </dgm:t>
    </dgm:pt>
    <dgm:pt modelId="{5EE8EB01-5ED7-4CA0-9326-B3D52EA8A30D}" type="pres">
      <dgm:prSet presAssocID="{A9AE5652-86A6-4445-8C08-988826054E92}" presName="rootConnector" presStyleLbl="node2" presStyleIdx="3" presStyleCnt="4"/>
      <dgm:spPr/>
      <dgm:t>
        <a:bodyPr/>
        <a:lstStyle/>
        <a:p>
          <a:endParaRPr lang="ru-RU"/>
        </a:p>
      </dgm:t>
    </dgm:pt>
    <dgm:pt modelId="{2090EE9C-BE58-4F91-B8B6-EC31F41AA269}" type="pres">
      <dgm:prSet presAssocID="{A9AE5652-86A6-4445-8C08-988826054E92}" presName="hierChild4" presStyleCnt="0"/>
      <dgm:spPr/>
    </dgm:pt>
    <dgm:pt modelId="{7A40F42C-B85C-4B7C-A710-6FBBAF381128}" type="pres">
      <dgm:prSet presAssocID="{2781499A-C65F-420B-9222-63F1401737E9}" presName="Name50" presStyleLbl="parChTrans1D3" presStyleIdx="13" presStyleCnt="15"/>
      <dgm:spPr/>
      <dgm:t>
        <a:bodyPr/>
        <a:lstStyle/>
        <a:p>
          <a:endParaRPr lang="ru-RU"/>
        </a:p>
      </dgm:t>
    </dgm:pt>
    <dgm:pt modelId="{D929C689-FB94-4B08-9445-634BEB3D9A3C}" type="pres">
      <dgm:prSet presAssocID="{A08834BB-EDBE-4479-98FA-6460BB1D6751}" presName="hierRoot2" presStyleCnt="0">
        <dgm:presLayoutVars>
          <dgm:hierBranch val="r"/>
        </dgm:presLayoutVars>
      </dgm:prSet>
      <dgm:spPr/>
    </dgm:pt>
    <dgm:pt modelId="{E0035DE1-0238-4B33-9860-F88F659B250C}" type="pres">
      <dgm:prSet presAssocID="{A08834BB-EDBE-4479-98FA-6460BB1D6751}" presName="rootComposite" presStyleCnt="0"/>
      <dgm:spPr/>
    </dgm:pt>
    <dgm:pt modelId="{656B3F46-F62D-4293-85EE-208E801936CF}" type="pres">
      <dgm:prSet presAssocID="{A08834BB-EDBE-4479-98FA-6460BB1D6751}" presName="rootText" presStyleLbl="node3" presStyleIdx="13" presStyleCnt="15" custScaleX="100460" custScaleY="141342">
        <dgm:presLayoutVars>
          <dgm:chPref val="3"/>
        </dgm:presLayoutVars>
      </dgm:prSet>
      <dgm:spPr/>
      <dgm:t>
        <a:bodyPr/>
        <a:lstStyle/>
        <a:p>
          <a:endParaRPr lang="ru-RU"/>
        </a:p>
      </dgm:t>
    </dgm:pt>
    <dgm:pt modelId="{D6F97592-945C-4093-AFE3-FEEA12F5D0B8}" type="pres">
      <dgm:prSet presAssocID="{A08834BB-EDBE-4479-98FA-6460BB1D6751}" presName="rootConnector" presStyleLbl="node3" presStyleIdx="13" presStyleCnt="15"/>
      <dgm:spPr/>
      <dgm:t>
        <a:bodyPr/>
        <a:lstStyle/>
        <a:p>
          <a:endParaRPr lang="ru-RU"/>
        </a:p>
      </dgm:t>
    </dgm:pt>
    <dgm:pt modelId="{742E058B-5EB4-414A-AAA7-FF2C25A89712}" type="pres">
      <dgm:prSet presAssocID="{A08834BB-EDBE-4479-98FA-6460BB1D6751}" presName="hierChild4" presStyleCnt="0"/>
      <dgm:spPr/>
    </dgm:pt>
    <dgm:pt modelId="{AA6B25F2-9590-4163-B8BE-0AADABA58C2D}" type="pres">
      <dgm:prSet presAssocID="{A08834BB-EDBE-4479-98FA-6460BB1D6751}" presName="hierChild5" presStyleCnt="0"/>
      <dgm:spPr/>
    </dgm:pt>
    <dgm:pt modelId="{15412560-D497-4534-BA7A-93E997FA1907}" type="pres">
      <dgm:prSet presAssocID="{9F67DFF9-8156-4A90-BECA-2C8B0385DADD}" presName="Name50" presStyleLbl="parChTrans1D3" presStyleIdx="14" presStyleCnt="15"/>
      <dgm:spPr/>
      <dgm:t>
        <a:bodyPr/>
        <a:lstStyle/>
        <a:p>
          <a:endParaRPr lang="ru-RU"/>
        </a:p>
      </dgm:t>
    </dgm:pt>
    <dgm:pt modelId="{A7D25672-4102-44AD-88D4-030DD343C5F0}" type="pres">
      <dgm:prSet presAssocID="{D78C6665-50D5-42C2-8054-720DAEB1B3CC}" presName="hierRoot2" presStyleCnt="0">
        <dgm:presLayoutVars>
          <dgm:hierBranch val="r"/>
        </dgm:presLayoutVars>
      </dgm:prSet>
      <dgm:spPr/>
    </dgm:pt>
    <dgm:pt modelId="{C9527C51-4778-43E5-9588-9CA9AD6A26AE}" type="pres">
      <dgm:prSet presAssocID="{D78C6665-50D5-42C2-8054-720DAEB1B3CC}" presName="rootComposite" presStyleCnt="0"/>
      <dgm:spPr/>
    </dgm:pt>
    <dgm:pt modelId="{958371CD-77A4-4D68-AAD4-43F017BE19A6}" type="pres">
      <dgm:prSet presAssocID="{D78C6665-50D5-42C2-8054-720DAEB1B3CC}" presName="rootText" presStyleLbl="node3" presStyleIdx="14" presStyleCnt="15">
        <dgm:presLayoutVars>
          <dgm:chPref val="3"/>
        </dgm:presLayoutVars>
      </dgm:prSet>
      <dgm:spPr/>
      <dgm:t>
        <a:bodyPr/>
        <a:lstStyle/>
        <a:p>
          <a:endParaRPr lang="ru-RU"/>
        </a:p>
      </dgm:t>
    </dgm:pt>
    <dgm:pt modelId="{7394B229-CFFC-497D-A79F-AF80F5988EA8}" type="pres">
      <dgm:prSet presAssocID="{D78C6665-50D5-42C2-8054-720DAEB1B3CC}" presName="rootConnector" presStyleLbl="node3" presStyleIdx="14" presStyleCnt="15"/>
      <dgm:spPr/>
      <dgm:t>
        <a:bodyPr/>
        <a:lstStyle/>
        <a:p>
          <a:endParaRPr lang="ru-RU"/>
        </a:p>
      </dgm:t>
    </dgm:pt>
    <dgm:pt modelId="{9113E395-BDCF-4834-A12B-CD56A27A8162}" type="pres">
      <dgm:prSet presAssocID="{D78C6665-50D5-42C2-8054-720DAEB1B3CC}" presName="hierChild4" presStyleCnt="0"/>
      <dgm:spPr/>
    </dgm:pt>
    <dgm:pt modelId="{3F259A67-E346-40EF-BCC1-E5DB5976F36C}" type="pres">
      <dgm:prSet presAssocID="{D78C6665-50D5-42C2-8054-720DAEB1B3CC}" presName="hierChild5" presStyleCnt="0"/>
      <dgm:spPr/>
    </dgm:pt>
    <dgm:pt modelId="{9CCD6A34-3BD0-423D-96EE-E9642C6ACC47}" type="pres">
      <dgm:prSet presAssocID="{A9AE5652-86A6-4445-8C08-988826054E92}" presName="hierChild5" presStyleCnt="0"/>
      <dgm:spPr/>
    </dgm:pt>
    <dgm:pt modelId="{608D7C0F-C6BD-4933-B479-141E934E3E15}" type="pres">
      <dgm:prSet presAssocID="{0FEC8D11-B4C1-4FA2-87D0-416EB83A11A5}" presName="hierChild3" presStyleCnt="0"/>
      <dgm:spPr/>
    </dgm:pt>
  </dgm:ptLst>
  <dgm:cxnLst>
    <dgm:cxn modelId="{71AF9041-3C9A-478F-97AD-D271D5070D2F}" srcId="{10EF02CF-6BB5-4C70-B92D-9103C0D5F6C7}" destId="{3F45A4EB-F2AB-42F1-AD52-58FAEB935847}" srcOrd="2" destOrd="0" parTransId="{E49F0CBE-A7E3-4293-A398-BD74F86EF873}" sibTransId="{CC03F328-0C3B-4A6B-9170-97453992E278}"/>
    <dgm:cxn modelId="{2F376AEE-F1F4-4FC0-9A92-54ECD6B04E26}" srcId="{0692AB88-DE6E-4F7C-BD2F-2EA9BDC2248F}" destId="{007F604B-7EFB-4365-A59A-98CFAFA5146F}" srcOrd="2" destOrd="0" parTransId="{B2B761BE-3790-42DB-9230-AD5258A67C71}" sibTransId="{3EE489AD-6547-4D12-ACDB-A53381FD7F57}"/>
    <dgm:cxn modelId="{A3723C91-F8AD-4014-92A5-22F160D78D55}" type="presOf" srcId="{0FEC8D11-B4C1-4FA2-87D0-416EB83A11A5}" destId="{2F72C706-C1C0-4196-90F1-E2DB56AAA5F2}" srcOrd="0" destOrd="0" presId="urn:microsoft.com/office/officeart/2005/8/layout/orgChart1"/>
    <dgm:cxn modelId="{91A9311F-B1D8-4A2D-95AF-591DE1275D94}" type="presOf" srcId="{DCA2959E-F8C3-4AFB-9466-558D80BE684D}" destId="{AD9CC4E7-9D52-41C8-AB2A-ECE3AC2993A4}" srcOrd="0" destOrd="0" presId="urn:microsoft.com/office/officeart/2005/8/layout/orgChart1"/>
    <dgm:cxn modelId="{AC021AA4-075E-4216-B6A0-0C0ACC8ECA25}" type="presOf" srcId="{0692AB88-DE6E-4F7C-BD2F-2EA9BDC2248F}" destId="{908C8400-6048-4264-B737-18273884E6B6}" srcOrd="0" destOrd="0" presId="urn:microsoft.com/office/officeart/2005/8/layout/orgChart1"/>
    <dgm:cxn modelId="{085B11B7-8660-4292-A8E4-CE1D9F35EDDF}" type="presOf" srcId="{3197EAB6-88A6-4BA9-8B4C-FCAB8FA460BC}" destId="{234655E1-A07C-40C8-96B9-236EC1614A84}" srcOrd="0" destOrd="0" presId="urn:microsoft.com/office/officeart/2005/8/layout/orgChart1"/>
    <dgm:cxn modelId="{7C322597-3A2B-4D9A-B994-F8A431594795}" srcId="{A1EAA80A-500F-487C-9712-A4C9F2FCF883}" destId="{F0E1735C-07E6-490B-A67B-B8B813E52C57}" srcOrd="3" destOrd="0" parTransId="{1C200CC8-03AB-478A-8BE1-B32475B4C152}" sibTransId="{E6A0A5A9-4FEF-4382-AF8F-73501F5B1138}"/>
    <dgm:cxn modelId="{85013785-2FFC-471B-B927-47F47A28984D}" type="presOf" srcId="{10EF02CF-6BB5-4C70-B92D-9103C0D5F6C7}" destId="{AC99F419-9504-4223-8C37-64A62EC37070}" srcOrd="0" destOrd="0" presId="urn:microsoft.com/office/officeart/2005/8/layout/orgChart1"/>
    <dgm:cxn modelId="{3FFC883A-5E31-4944-B480-D6AD0F1220A3}" type="presOf" srcId="{E5A9E435-E1C9-4567-B1E7-BB72E799D788}" destId="{48687379-4FF1-474D-8CCB-E3CDF91E0A37}" srcOrd="1" destOrd="0" presId="urn:microsoft.com/office/officeart/2005/8/layout/orgChart1"/>
    <dgm:cxn modelId="{4FA22499-FE70-4FA4-897E-549025DD874C}" type="presOf" srcId="{9A619F1C-EC0E-4B79-BB51-886B32972193}" destId="{0E38B224-4D49-4680-827E-7686B960F1F1}" srcOrd="1" destOrd="0" presId="urn:microsoft.com/office/officeart/2005/8/layout/orgChart1"/>
    <dgm:cxn modelId="{78271375-54D5-4D31-8AB2-BBC9D5EF37EA}" type="presOf" srcId="{AB740062-703B-4190-A0EA-08ED571EFEE0}" destId="{11F546C3-8D3E-4587-9061-D771474A70AC}" srcOrd="0" destOrd="0" presId="urn:microsoft.com/office/officeart/2005/8/layout/orgChart1"/>
    <dgm:cxn modelId="{7CDBC2F8-C7E8-4E5F-A4E4-DDE7A732D5F9}" type="presOf" srcId="{348C638E-C3F0-4A00-B253-FC70D7CC756F}" destId="{D0E969EF-58FA-4691-BE74-34A4BB52605A}" srcOrd="1" destOrd="0" presId="urn:microsoft.com/office/officeart/2005/8/layout/orgChart1"/>
    <dgm:cxn modelId="{DD0CF5C2-5A8D-4307-B178-EE76ADB1E92A}" type="presOf" srcId="{8477BFDF-2FAC-4682-8538-4E1AEB74489C}" destId="{2E4ED9BF-C78C-40E7-953C-E7692D43FAE0}" srcOrd="0" destOrd="0" presId="urn:microsoft.com/office/officeart/2005/8/layout/orgChart1"/>
    <dgm:cxn modelId="{9927376A-AA26-4C5E-9C63-D7A71255FC54}" type="presOf" srcId="{348C638E-C3F0-4A00-B253-FC70D7CC756F}" destId="{F5EB9FFA-9E28-4E30-A813-858CF321B089}" srcOrd="0" destOrd="0" presId="urn:microsoft.com/office/officeart/2005/8/layout/orgChart1"/>
    <dgm:cxn modelId="{ABA62AF8-FB81-4C55-B253-63C5FCA0CD5D}" type="presOf" srcId="{3A196667-EE46-4D6D-B9C5-A50FC9C69407}" destId="{41DA9C21-4543-47AC-A841-5CFCC3AD70AD}" srcOrd="0" destOrd="0" presId="urn:microsoft.com/office/officeart/2005/8/layout/orgChart1"/>
    <dgm:cxn modelId="{F4289B9F-70D7-461C-9282-09B063212A69}" type="presOf" srcId="{8242321A-3202-4444-8DC8-9737F3504ADB}" destId="{9E36295C-FA0D-4915-BE4A-62D75E7C2B48}" srcOrd="0" destOrd="0" presId="urn:microsoft.com/office/officeart/2005/8/layout/orgChart1"/>
    <dgm:cxn modelId="{B4FA697D-A51C-48C6-8EBE-2748E69169A7}" type="presOf" srcId="{9F67DFF9-8156-4A90-BECA-2C8B0385DADD}" destId="{15412560-D497-4534-BA7A-93E997FA1907}" srcOrd="0" destOrd="0" presId="urn:microsoft.com/office/officeart/2005/8/layout/orgChart1"/>
    <dgm:cxn modelId="{5325C984-17EA-454B-900D-7EEC5810E9D6}" srcId="{0692AB88-DE6E-4F7C-BD2F-2EA9BDC2248F}" destId="{FD6315D2-57D9-463D-BB87-17F0B0DFCF9B}" srcOrd="3" destOrd="0" parTransId="{E967137A-E057-408B-BEB6-FEF20C85BB3C}" sibTransId="{27AAEC7D-29AD-493D-91F7-FC3A97BC63C5}"/>
    <dgm:cxn modelId="{A95B134F-A71A-4871-B1F4-1FCA1AB64D89}" type="presOf" srcId="{35847685-4DA1-46D3-8286-8B3D0D896664}" destId="{5A182610-53DF-4366-B012-1E195768D0AA}" srcOrd="0" destOrd="0" presId="urn:microsoft.com/office/officeart/2005/8/layout/orgChart1"/>
    <dgm:cxn modelId="{36CBF395-9CBD-42CA-94BF-31C938E81C2A}" type="presOf" srcId="{E0C2E80B-ADB7-4D97-9F7E-F1992FB05639}" destId="{4E771E3D-5A39-4EE0-9EA0-4599CEDB4D98}" srcOrd="1" destOrd="0" presId="urn:microsoft.com/office/officeart/2005/8/layout/orgChart1"/>
    <dgm:cxn modelId="{6375FCAC-DF59-447A-BD30-721FAC8E4102}" type="presOf" srcId="{31DAB05A-17C7-4F6F-A9D0-7FA4EE495FEE}" destId="{24F3DEF3-AAD2-4BD1-8F70-897A556CADCF}" srcOrd="1" destOrd="0" presId="urn:microsoft.com/office/officeart/2005/8/layout/orgChart1"/>
    <dgm:cxn modelId="{6362AFE4-949E-48BD-9DE8-7A725D65395E}" type="presOf" srcId="{A96BED37-E730-4D0B-855B-E9369CDFA283}" destId="{74FD141F-5F57-43C5-9BB5-4148D6C0167E}" srcOrd="0" destOrd="0" presId="urn:microsoft.com/office/officeart/2005/8/layout/orgChart1"/>
    <dgm:cxn modelId="{9E02556A-D9E5-4245-9FC1-3BDCB300C579}" srcId="{A1EAA80A-500F-487C-9712-A4C9F2FCF883}" destId="{31DAB05A-17C7-4F6F-A9D0-7FA4EE495FEE}" srcOrd="0" destOrd="0" parTransId="{DCA2959E-F8C3-4AFB-9466-558D80BE684D}" sibTransId="{931A04E2-69FF-4094-8B37-E0BFFD68D832}"/>
    <dgm:cxn modelId="{463C3C16-AEDB-46C5-B7D8-99BFEC973955}" type="presOf" srcId="{007F604B-7EFB-4365-A59A-98CFAFA5146F}" destId="{0E40C9A5-681D-4A90-8F64-5B7291ECF251}" srcOrd="1" destOrd="0" presId="urn:microsoft.com/office/officeart/2005/8/layout/orgChart1"/>
    <dgm:cxn modelId="{CDB1EAC3-C157-402F-9AF5-0D0DE828BB79}" type="presOf" srcId="{31DAB05A-17C7-4F6F-A9D0-7FA4EE495FEE}" destId="{7424D768-9587-47FE-842A-2ED10E34317F}" srcOrd="0" destOrd="0" presId="urn:microsoft.com/office/officeart/2005/8/layout/orgChart1"/>
    <dgm:cxn modelId="{5B53867C-5F02-4F42-AF04-07506EA8735E}" srcId="{0692AB88-DE6E-4F7C-BD2F-2EA9BDC2248F}" destId="{E5A9E435-E1C9-4567-B1E7-BB72E799D788}" srcOrd="1" destOrd="0" parTransId="{5C9C0B1D-18EA-49D0-B066-D04AC2D2F88D}" sibTransId="{FF6035C0-75AC-43F0-9407-E16122DE8EF3}"/>
    <dgm:cxn modelId="{83391587-A19C-4EDE-BAFA-3333D737E143}" type="presOf" srcId="{A8CE5DD5-55F0-4446-B4D3-083D63AFFBDB}" destId="{33F86803-A1C9-4C6C-8875-F0181A27844F}" srcOrd="0" destOrd="0" presId="urn:microsoft.com/office/officeart/2005/8/layout/orgChart1"/>
    <dgm:cxn modelId="{7F583851-121B-4C84-8825-68B9F01E493C}" type="presOf" srcId="{6A87ED9B-E021-4059-A26F-5F3ED8F225B4}" destId="{2FC64DFF-F429-4684-8766-C8E17DD3420C}" srcOrd="0" destOrd="0" presId="urn:microsoft.com/office/officeart/2005/8/layout/orgChart1"/>
    <dgm:cxn modelId="{DE6D3ED9-DD1F-4354-823C-FAA7F8B58C56}" type="presOf" srcId="{A04958F6-7EF4-4D56-80AB-6501ED6FD46A}" destId="{0A104BD3-F6AB-4947-A582-90E00C46072E}" srcOrd="0" destOrd="0" presId="urn:microsoft.com/office/officeart/2005/8/layout/orgChart1"/>
    <dgm:cxn modelId="{97A7813D-EB40-4F08-8A47-7F3949608C52}" type="presOf" srcId="{E49F0CBE-A7E3-4293-A398-BD74F86EF873}" destId="{89F2AB7B-B6FE-4F9A-B1B5-440DD42FCCE4}" srcOrd="0" destOrd="0" presId="urn:microsoft.com/office/officeart/2005/8/layout/orgChart1"/>
    <dgm:cxn modelId="{972A4B56-C8D7-4CC5-A956-E4373EADAF3F}" type="presOf" srcId="{0692AB88-DE6E-4F7C-BD2F-2EA9BDC2248F}" destId="{DB876FEB-CEE7-404F-BD8A-27C00C0795B1}" srcOrd="1" destOrd="0" presId="urn:microsoft.com/office/officeart/2005/8/layout/orgChart1"/>
    <dgm:cxn modelId="{F12A47A8-630A-4DEC-A712-F6F3FAC7E865}" srcId="{3197EAB6-88A6-4BA9-8B4C-FCAB8FA460BC}" destId="{0FEC8D11-B4C1-4FA2-87D0-416EB83A11A5}" srcOrd="0" destOrd="0" parTransId="{37B468C2-DA30-4F61-BF96-459802BBD126}" sibTransId="{E35316E5-284F-472E-9545-D92CDB1FC73E}"/>
    <dgm:cxn modelId="{EEADC569-D1AA-4DE3-B0EC-59E847F405BE}" type="presOf" srcId="{3374F93B-EC1B-470A-8AAE-FC0EB4892520}" destId="{BFE186D4-FC40-4A1F-BBF3-82EEAE3593B0}" srcOrd="0" destOrd="0" presId="urn:microsoft.com/office/officeart/2005/8/layout/orgChart1"/>
    <dgm:cxn modelId="{B27638BE-C86D-4969-BA28-FC66ED82F696}" srcId="{A1EAA80A-500F-487C-9712-A4C9F2FCF883}" destId="{348C638E-C3F0-4A00-B253-FC70D7CC756F}" srcOrd="2" destOrd="0" parTransId="{A393A3BE-1DB3-49BF-9DDD-35531771706F}" sibTransId="{F62F8F13-1045-411B-8C24-D3A7CFB254C7}"/>
    <dgm:cxn modelId="{334D6EF5-89B6-4B3D-BFAD-E163A3FE23A9}" srcId="{0FEC8D11-B4C1-4FA2-87D0-416EB83A11A5}" destId="{A9AE5652-86A6-4445-8C08-988826054E92}" srcOrd="3" destOrd="0" parTransId="{3374F93B-EC1B-470A-8AAE-FC0EB4892520}" sibTransId="{9F5A7A2A-8FD8-4113-B515-B745D7E919F4}"/>
    <dgm:cxn modelId="{408B6FFF-7425-407C-8649-5367969D6D37}" type="presOf" srcId="{E967137A-E057-408B-BEB6-FEF20C85BB3C}" destId="{19AD40DA-B9C7-4B22-A229-BC4AF9363584}" srcOrd="0" destOrd="0" presId="urn:microsoft.com/office/officeart/2005/8/layout/orgChart1"/>
    <dgm:cxn modelId="{6E6C9D38-91B7-4B9A-B6AF-EF9D4993587B}" type="presOf" srcId="{1C17E410-4589-4CFA-AF6E-0B41139B9521}" destId="{81401F8D-AC8D-4C10-9786-4C7414189486}" srcOrd="0" destOrd="0" presId="urn:microsoft.com/office/officeart/2005/8/layout/orgChart1"/>
    <dgm:cxn modelId="{AD2D846B-D5F1-4E47-8DA6-7028E767B9E6}" srcId="{A1EAA80A-500F-487C-9712-A4C9F2FCF883}" destId="{1C17E410-4589-4CFA-AF6E-0B41139B9521}" srcOrd="4" destOrd="0" parTransId="{AED8E7F1-B3AA-4ED3-AB69-E56A592ABE2A}" sibTransId="{F61D02E1-628E-4726-B863-F92B79B12957}"/>
    <dgm:cxn modelId="{1F829475-1DFF-4EF1-9C37-A3012C63D590}" srcId="{A9AE5652-86A6-4445-8C08-988826054E92}" destId="{D78C6665-50D5-42C2-8054-720DAEB1B3CC}" srcOrd="1" destOrd="0" parTransId="{9F67DFF9-8156-4A90-BECA-2C8B0385DADD}" sibTransId="{C04402F1-41EC-45A3-AC67-B8C89FF92D07}"/>
    <dgm:cxn modelId="{04F9B427-B57F-4E75-93CA-89B191C0CA5A}" type="presOf" srcId="{E0C2E80B-ADB7-4D97-9F7E-F1992FB05639}" destId="{B2BE8ACB-DF6D-4F3C-86A3-4251E96FAD98}" srcOrd="0" destOrd="0" presId="urn:microsoft.com/office/officeart/2005/8/layout/orgChart1"/>
    <dgm:cxn modelId="{6D754EEA-F571-4496-83EF-33DA73189946}" type="presOf" srcId="{3F45A4EB-F2AB-42F1-AD52-58FAEB935847}" destId="{C437CF02-EE1F-4B07-B4C4-C83CB4F50E9A}" srcOrd="0" destOrd="0" presId="urn:microsoft.com/office/officeart/2005/8/layout/orgChart1"/>
    <dgm:cxn modelId="{1A7E1ABD-1038-4DA0-9C0D-462914D704AE}" srcId="{10EF02CF-6BB5-4C70-B92D-9103C0D5F6C7}" destId="{35847685-4DA1-46D3-8286-8B3D0D896664}" srcOrd="1" destOrd="0" parTransId="{6A87ED9B-E021-4059-A26F-5F3ED8F225B4}" sibTransId="{97728CC5-C21E-4860-B5EC-E63D0F4589A5}"/>
    <dgm:cxn modelId="{88041781-A4C0-49C1-AF91-53D8B3380943}" type="presOf" srcId="{E5A9E435-E1C9-4567-B1E7-BB72E799D788}" destId="{FAA95A24-5C70-450A-B99A-A7A307C93F44}" srcOrd="0" destOrd="0" presId="urn:microsoft.com/office/officeart/2005/8/layout/orgChart1"/>
    <dgm:cxn modelId="{85489892-01E5-4058-8959-C77A6776C265}" srcId="{A1EAA80A-500F-487C-9712-A4C9F2FCF883}" destId="{AB740062-703B-4190-A0EA-08ED571EFEE0}" srcOrd="1" destOrd="0" parTransId="{A8CE5DD5-55F0-4446-B4D3-083D63AFFBDB}" sibTransId="{737EADF0-AD31-4122-A1BD-BC386E0A8E01}"/>
    <dgm:cxn modelId="{8D02445A-45D2-47CA-99C8-F8B3248D65E5}" type="presOf" srcId="{007F604B-7EFB-4365-A59A-98CFAFA5146F}" destId="{4368342D-1BAE-445B-A695-C54C77485458}" srcOrd="0" destOrd="0" presId="urn:microsoft.com/office/officeart/2005/8/layout/orgChart1"/>
    <dgm:cxn modelId="{054A1BA0-87F7-4E57-9469-E7C961A28CF9}" type="presOf" srcId="{F0E1735C-07E6-490B-A67B-B8B813E52C57}" destId="{22901C1E-78B1-4871-BAA2-6262C0B5B194}" srcOrd="0" destOrd="0" presId="urn:microsoft.com/office/officeart/2005/8/layout/orgChart1"/>
    <dgm:cxn modelId="{38099E92-AC97-4E95-9EDA-C6436BDC954F}" srcId="{0FEC8D11-B4C1-4FA2-87D0-416EB83A11A5}" destId="{0692AB88-DE6E-4F7C-BD2F-2EA9BDC2248F}" srcOrd="1" destOrd="0" parTransId="{02052720-0296-4B7B-8EFC-A22E222FBF78}" sibTransId="{3899CDAB-8D32-4636-9284-BF2C1A9759FF}"/>
    <dgm:cxn modelId="{C03985C1-C445-41DA-AE32-C45F6C082A5B}" type="presOf" srcId="{B2B761BE-3790-42DB-9230-AD5258A67C71}" destId="{F47E9B50-D742-482A-A893-FE59C26F1C0E}" srcOrd="0" destOrd="0" presId="urn:microsoft.com/office/officeart/2005/8/layout/orgChart1"/>
    <dgm:cxn modelId="{328A9210-18A9-45D1-80C9-070650E6C8F3}" type="presOf" srcId="{A96BED37-E730-4D0B-855B-E9369CDFA283}" destId="{9DD18D62-D422-4A7E-8B38-2389BAA6FF95}" srcOrd="1" destOrd="0" presId="urn:microsoft.com/office/officeart/2005/8/layout/orgChart1"/>
    <dgm:cxn modelId="{ACAF5669-755C-4279-ADCA-7561174BA8D5}" type="presOf" srcId="{FD6315D2-57D9-463D-BB87-17F0B0DFCF9B}" destId="{B1AF160B-70F8-488E-8963-527689BAC095}" srcOrd="1" destOrd="0" presId="urn:microsoft.com/office/officeart/2005/8/layout/orgChart1"/>
    <dgm:cxn modelId="{057EA9B4-4B6C-4EAA-956B-B5FE79694AAE}" type="presOf" srcId="{14DC01D5-6457-4136-B9B4-C753DFB7CE04}" destId="{834935A5-66BA-4A15-A692-3F03082B5BCB}" srcOrd="0" destOrd="0" presId="urn:microsoft.com/office/officeart/2005/8/layout/orgChart1"/>
    <dgm:cxn modelId="{9AAA4C95-22FD-4259-87A1-F2F1A7391B1F}" type="presOf" srcId="{A393A3BE-1DB3-49BF-9DDD-35531771706F}" destId="{492F08ED-8F2C-4158-B571-35E140AA9A28}" srcOrd="0" destOrd="0" presId="urn:microsoft.com/office/officeart/2005/8/layout/orgChart1"/>
    <dgm:cxn modelId="{F0100E9C-258A-4209-808F-341081D73E79}" type="presOf" srcId="{10EF02CF-6BB5-4C70-B92D-9103C0D5F6C7}" destId="{5E144FC5-5492-4B76-8A20-03AB4C585DB2}" srcOrd="1" destOrd="0" presId="urn:microsoft.com/office/officeart/2005/8/layout/orgChart1"/>
    <dgm:cxn modelId="{3DE2197F-A226-432E-B83D-70691B57C65E}" type="presOf" srcId="{1C17E410-4589-4CFA-AF6E-0B41139B9521}" destId="{273341FD-73F3-4D4C-9962-8A0C97180D9D}" srcOrd="1" destOrd="0" presId="urn:microsoft.com/office/officeart/2005/8/layout/orgChart1"/>
    <dgm:cxn modelId="{34629704-F4D2-420C-8246-FA2E310DA4E2}" srcId="{0692AB88-DE6E-4F7C-BD2F-2EA9BDC2248F}" destId="{A96BED37-E730-4D0B-855B-E9369CDFA283}" srcOrd="0" destOrd="0" parTransId="{8242321A-3202-4444-8DC8-9737F3504ADB}" sibTransId="{8162112F-496F-4B2D-80AB-5A6B618B85CA}"/>
    <dgm:cxn modelId="{767E3C94-94AD-42EE-A522-1BFBC2CB19AC}" type="presOf" srcId="{5C9C0B1D-18EA-49D0-B066-D04AC2D2F88D}" destId="{23C34E17-34F0-4275-B664-8B5CC24AE832}" srcOrd="0" destOrd="0" presId="urn:microsoft.com/office/officeart/2005/8/layout/orgChart1"/>
    <dgm:cxn modelId="{5837E594-61A7-4D03-93F4-3CFC17BE58AF}" srcId="{0FEC8D11-B4C1-4FA2-87D0-416EB83A11A5}" destId="{A1EAA80A-500F-487C-9712-A4C9F2FCF883}" srcOrd="0" destOrd="0" parTransId="{8477BFDF-2FAC-4682-8538-4E1AEB74489C}" sibTransId="{66FDC326-1D5C-4CFE-93E1-84ED67F39A97}"/>
    <dgm:cxn modelId="{F7CA4DF1-D9F3-4645-9E71-3E5C86D5B32C}" type="presOf" srcId="{0FEC8D11-B4C1-4FA2-87D0-416EB83A11A5}" destId="{CF9D52FE-C420-486B-8BC9-C2B30D80DCEF}" srcOrd="1" destOrd="0" presId="urn:microsoft.com/office/officeart/2005/8/layout/orgChart1"/>
    <dgm:cxn modelId="{1DEA3804-EC0C-42F0-90A2-39C93535FECC}" type="presOf" srcId="{A1EAA80A-500F-487C-9712-A4C9F2FCF883}" destId="{83482085-2897-45A5-9DE6-872DDD5B2655}" srcOrd="1" destOrd="0" presId="urn:microsoft.com/office/officeart/2005/8/layout/orgChart1"/>
    <dgm:cxn modelId="{4D65A66E-0821-4BE7-A374-30927AECA81A}" type="presOf" srcId="{A08834BB-EDBE-4479-98FA-6460BB1D6751}" destId="{656B3F46-F62D-4293-85EE-208E801936CF}" srcOrd="0" destOrd="0" presId="urn:microsoft.com/office/officeart/2005/8/layout/orgChart1"/>
    <dgm:cxn modelId="{36855386-EA14-443A-A54E-8A5BB0097EFE}" type="presOf" srcId="{AED8E7F1-B3AA-4ED3-AB69-E56A592ABE2A}" destId="{CF1BB294-BDEB-49F8-AC4D-754EE5D1B222}" srcOrd="0" destOrd="0" presId="urn:microsoft.com/office/officeart/2005/8/layout/orgChart1"/>
    <dgm:cxn modelId="{B4060817-BECF-4BBC-A4DA-464F63C715DD}" type="presOf" srcId="{2781499A-C65F-420B-9222-63F1401737E9}" destId="{7A40F42C-B85C-4B7C-A710-6FBBAF381128}" srcOrd="0" destOrd="0" presId="urn:microsoft.com/office/officeart/2005/8/layout/orgChart1"/>
    <dgm:cxn modelId="{ECC961D3-4167-4740-88F8-F5CCA30F16D7}" type="presOf" srcId="{35847685-4DA1-46D3-8286-8B3D0D896664}" destId="{EA4AA612-C74E-4F22-891B-A6B106ECF44D}" srcOrd="1" destOrd="0" presId="urn:microsoft.com/office/officeart/2005/8/layout/orgChart1"/>
    <dgm:cxn modelId="{F39DA576-8E60-4390-B23F-BDFA326C82C6}" type="presOf" srcId="{9A619F1C-EC0E-4B79-BB51-886B32972193}" destId="{DED8DE2A-CA68-4490-BCBD-13793F781844}" srcOrd="0" destOrd="0" presId="urn:microsoft.com/office/officeart/2005/8/layout/orgChart1"/>
    <dgm:cxn modelId="{FB86356B-4818-44FD-985C-A9E53E84FB5F}" type="presOf" srcId="{A9AE5652-86A6-4445-8C08-988826054E92}" destId="{77396AB6-9FF6-4704-9E1A-51BD5E14E0E6}" srcOrd="0" destOrd="0" presId="urn:microsoft.com/office/officeart/2005/8/layout/orgChart1"/>
    <dgm:cxn modelId="{2442A06B-1FE7-4B3D-A3CA-D765D91661A5}" type="presOf" srcId="{AB740062-703B-4190-A0EA-08ED571EFEE0}" destId="{C057EACB-1792-48BE-BDAE-95FFD8DD4183}" srcOrd="1" destOrd="0" presId="urn:microsoft.com/office/officeart/2005/8/layout/orgChart1"/>
    <dgm:cxn modelId="{C51AA1AE-959F-4E7F-9EB8-ACA70FA807A0}" type="presOf" srcId="{FD6315D2-57D9-463D-BB87-17F0B0DFCF9B}" destId="{59D83286-CD22-4CC1-BDC9-215667BC8DDB}" srcOrd="0" destOrd="0" presId="urn:microsoft.com/office/officeart/2005/8/layout/orgChart1"/>
    <dgm:cxn modelId="{DDBE98E5-4EDB-4F9E-8913-84F3B86B944E}" srcId="{10EF02CF-6BB5-4C70-B92D-9103C0D5F6C7}" destId="{9A619F1C-EC0E-4B79-BB51-886B32972193}" srcOrd="0" destOrd="0" parTransId="{3A196667-EE46-4D6D-B9C5-A50FC9C69407}" sibTransId="{22413010-333E-42E0-B145-AD5EDE8ECF6A}"/>
    <dgm:cxn modelId="{AE26B2E1-9727-47DB-8A37-226F7E306F34}" type="presOf" srcId="{A1EAA80A-500F-487C-9712-A4C9F2FCF883}" destId="{7C68C204-86FF-4163-B16F-06CE298D6314}" srcOrd="0" destOrd="0" presId="urn:microsoft.com/office/officeart/2005/8/layout/orgChart1"/>
    <dgm:cxn modelId="{03354E0E-56BE-4262-A908-78AEBE7DEBFD}" type="presOf" srcId="{A08834BB-EDBE-4479-98FA-6460BB1D6751}" destId="{D6F97592-945C-4093-AFE3-FEEA12F5D0B8}" srcOrd="1" destOrd="0" presId="urn:microsoft.com/office/officeart/2005/8/layout/orgChart1"/>
    <dgm:cxn modelId="{7F2CE7C4-2C49-4F01-80F1-F95BAED91268}" type="presOf" srcId="{1C200CC8-03AB-478A-8BE1-B32475B4C152}" destId="{A11152D8-CC29-47FF-9EE4-DCF5B37528BA}" srcOrd="0" destOrd="0" presId="urn:microsoft.com/office/officeart/2005/8/layout/orgChart1"/>
    <dgm:cxn modelId="{4FEA318A-675A-4C11-A131-1C929B0EEE99}" srcId="{A9AE5652-86A6-4445-8C08-988826054E92}" destId="{A08834BB-EDBE-4479-98FA-6460BB1D6751}" srcOrd="0" destOrd="0" parTransId="{2781499A-C65F-420B-9222-63F1401737E9}" sibTransId="{C1EB1D84-B345-4415-A878-1AA0EDFD689D}"/>
    <dgm:cxn modelId="{BE0974BC-2395-4622-BACD-790ADC9F2CD1}" type="presOf" srcId="{A9AE5652-86A6-4445-8C08-988826054E92}" destId="{5EE8EB01-5ED7-4CA0-9326-B3D52EA8A30D}" srcOrd="1" destOrd="0" presId="urn:microsoft.com/office/officeart/2005/8/layout/orgChart1"/>
    <dgm:cxn modelId="{223D8D9B-B1B3-4F6E-AEAB-4A50A997DD0B}" type="presOf" srcId="{02052720-0296-4B7B-8EFC-A22E222FBF78}" destId="{01C0B31C-A9A2-4BD9-9FDE-98E88936556D}" srcOrd="0" destOrd="0" presId="urn:microsoft.com/office/officeart/2005/8/layout/orgChart1"/>
    <dgm:cxn modelId="{D1FEEA42-BEE5-4F36-8AA9-E93527219201}" type="presOf" srcId="{F0E1735C-07E6-490B-A67B-B8B813E52C57}" destId="{A0778CF8-6062-4F7F-BA36-146C765079E2}" srcOrd="1" destOrd="0" presId="urn:microsoft.com/office/officeart/2005/8/layout/orgChart1"/>
    <dgm:cxn modelId="{8C5EF5B1-4BD4-4FC8-A7C4-B041F2E33996}" srcId="{10EF02CF-6BB5-4C70-B92D-9103C0D5F6C7}" destId="{E0C2E80B-ADB7-4D97-9F7E-F1992FB05639}" srcOrd="3" destOrd="0" parTransId="{14DC01D5-6457-4136-B9B4-C753DFB7CE04}" sibTransId="{B80140D5-5AE0-49CA-8E6B-3BBB6503586B}"/>
    <dgm:cxn modelId="{EE2059AE-B89B-48E5-B565-9A509085759E}" type="presOf" srcId="{D78C6665-50D5-42C2-8054-720DAEB1B3CC}" destId="{958371CD-77A4-4D68-AAD4-43F017BE19A6}" srcOrd="0" destOrd="0" presId="urn:microsoft.com/office/officeart/2005/8/layout/orgChart1"/>
    <dgm:cxn modelId="{59723BE6-DA30-4944-84D7-9F81A035C728}" type="presOf" srcId="{D78C6665-50D5-42C2-8054-720DAEB1B3CC}" destId="{7394B229-CFFC-497D-A79F-AF80F5988EA8}" srcOrd="1" destOrd="0" presId="urn:microsoft.com/office/officeart/2005/8/layout/orgChart1"/>
    <dgm:cxn modelId="{82C6922B-D020-4F8E-90FB-96EF38E9F3E0}" type="presOf" srcId="{3F45A4EB-F2AB-42F1-AD52-58FAEB935847}" destId="{9069B63E-AC59-4AE1-AF8F-7E640B7EAF58}" srcOrd="1" destOrd="0" presId="urn:microsoft.com/office/officeart/2005/8/layout/orgChart1"/>
    <dgm:cxn modelId="{2A37A8BD-882E-44B7-AFAD-EC973EE6D863}" srcId="{0FEC8D11-B4C1-4FA2-87D0-416EB83A11A5}" destId="{10EF02CF-6BB5-4C70-B92D-9103C0D5F6C7}" srcOrd="2" destOrd="0" parTransId="{A04958F6-7EF4-4D56-80AB-6501ED6FD46A}" sibTransId="{ECAF5B1A-AB06-48CC-995F-4CDFEC1FF288}"/>
    <dgm:cxn modelId="{22F1E647-8013-46C9-AAFB-BE8AD69C2822}" type="presParOf" srcId="{234655E1-A07C-40C8-96B9-236EC1614A84}" destId="{454B3F37-6AE6-4D17-BD8B-6001310D8C73}" srcOrd="0" destOrd="0" presId="urn:microsoft.com/office/officeart/2005/8/layout/orgChart1"/>
    <dgm:cxn modelId="{A8A58A27-2BAD-4DE7-BB1B-36D834AA843E}" type="presParOf" srcId="{454B3F37-6AE6-4D17-BD8B-6001310D8C73}" destId="{AC84C99D-AEF3-496F-81CE-D6536698BF6B}" srcOrd="0" destOrd="0" presId="urn:microsoft.com/office/officeart/2005/8/layout/orgChart1"/>
    <dgm:cxn modelId="{F1BB6634-2A1C-4249-A391-97DCC761C46F}" type="presParOf" srcId="{AC84C99D-AEF3-496F-81CE-D6536698BF6B}" destId="{2F72C706-C1C0-4196-90F1-E2DB56AAA5F2}" srcOrd="0" destOrd="0" presId="urn:microsoft.com/office/officeart/2005/8/layout/orgChart1"/>
    <dgm:cxn modelId="{041F4970-4FAA-43F1-879D-85D1111301BA}" type="presParOf" srcId="{AC84C99D-AEF3-496F-81CE-D6536698BF6B}" destId="{CF9D52FE-C420-486B-8BC9-C2B30D80DCEF}" srcOrd="1" destOrd="0" presId="urn:microsoft.com/office/officeart/2005/8/layout/orgChart1"/>
    <dgm:cxn modelId="{6F85A110-CBC1-4279-AAD6-16B47FD50B64}" type="presParOf" srcId="{454B3F37-6AE6-4D17-BD8B-6001310D8C73}" destId="{07671494-B876-4A1D-B8B8-2CA29822E882}" srcOrd="1" destOrd="0" presId="urn:microsoft.com/office/officeart/2005/8/layout/orgChart1"/>
    <dgm:cxn modelId="{AD9252E6-1FE2-4BC6-8DA2-16C0494D89C0}" type="presParOf" srcId="{07671494-B876-4A1D-B8B8-2CA29822E882}" destId="{2E4ED9BF-C78C-40E7-953C-E7692D43FAE0}" srcOrd="0" destOrd="0" presId="urn:microsoft.com/office/officeart/2005/8/layout/orgChart1"/>
    <dgm:cxn modelId="{C99AB0A9-32BB-49B2-BAA1-74381EE6BEDA}" type="presParOf" srcId="{07671494-B876-4A1D-B8B8-2CA29822E882}" destId="{80C63C54-54E8-47E8-A927-2BFCB6E0ACAE}" srcOrd="1" destOrd="0" presId="urn:microsoft.com/office/officeart/2005/8/layout/orgChart1"/>
    <dgm:cxn modelId="{B7F4EA76-FF55-4B5D-A4C4-064DFCA0276A}" type="presParOf" srcId="{80C63C54-54E8-47E8-A927-2BFCB6E0ACAE}" destId="{5641A942-17DB-4C81-9087-DE59285A66B4}" srcOrd="0" destOrd="0" presId="urn:microsoft.com/office/officeart/2005/8/layout/orgChart1"/>
    <dgm:cxn modelId="{99610712-581A-49B6-84B8-4E3C827F49FC}" type="presParOf" srcId="{5641A942-17DB-4C81-9087-DE59285A66B4}" destId="{7C68C204-86FF-4163-B16F-06CE298D6314}" srcOrd="0" destOrd="0" presId="urn:microsoft.com/office/officeart/2005/8/layout/orgChart1"/>
    <dgm:cxn modelId="{E0CB2A3C-CF9A-438A-A40B-2E012C804FFB}" type="presParOf" srcId="{5641A942-17DB-4C81-9087-DE59285A66B4}" destId="{83482085-2897-45A5-9DE6-872DDD5B2655}" srcOrd="1" destOrd="0" presId="urn:microsoft.com/office/officeart/2005/8/layout/orgChart1"/>
    <dgm:cxn modelId="{7C5B6EE6-F5BD-4D8B-AA7E-AAEFE83F148E}" type="presParOf" srcId="{80C63C54-54E8-47E8-A927-2BFCB6E0ACAE}" destId="{9774D39F-C6E9-4EF5-B69C-D511AA70F239}" srcOrd="1" destOrd="0" presId="urn:microsoft.com/office/officeart/2005/8/layout/orgChart1"/>
    <dgm:cxn modelId="{6F5A1D51-61F8-40BE-A628-5EBFE8B29FDF}" type="presParOf" srcId="{9774D39F-C6E9-4EF5-B69C-D511AA70F239}" destId="{AD9CC4E7-9D52-41C8-AB2A-ECE3AC2993A4}" srcOrd="0" destOrd="0" presId="urn:microsoft.com/office/officeart/2005/8/layout/orgChart1"/>
    <dgm:cxn modelId="{B5364AB9-F789-44C2-9AD1-53A276A3F87B}" type="presParOf" srcId="{9774D39F-C6E9-4EF5-B69C-D511AA70F239}" destId="{25AA62B1-A50C-433F-9FEB-AB6D87F16C08}" srcOrd="1" destOrd="0" presId="urn:microsoft.com/office/officeart/2005/8/layout/orgChart1"/>
    <dgm:cxn modelId="{3F365360-EB64-4A4E-8A3B-F5A1A4A8B440}" type="presParOf" srcId="{25AA62B1-A50C-433F-9FEB-AB6D87F16C08}" destId="{90D117B3-3872-4F60-BDFE-30A8D7B95124}" srcOrd="0" destOrd="0" presId="urn:microsoft.com/office/officeart/2005/8/layout/orgChart1"/>
    <dgm:cxn modelId="{37201F19-68E9-4F27-9830-A6D3280264E2}" type="presParOf" srcId="{90D117B3-3872-4F60-BDFE-30A8D7B95124}" destId="{7424D768-9587-47FE-842A-2ED10E34317F}" srcOrd="0" destOrd="0" presId="urn:microsoft.com/office/officeart/2005/8/layout/orgChart1"/>
    <dgm:cxn modelId="{AE2365DF-C965-41CB-B5C8-0D17F7C2F1B3}" type="presParOf" srcId="{90D117B3-3872-4F60-BDFE-30A8D7B95124}" destId="{24F3DEF3-AAD2-4BD1-8F70-897A556CADCF}" srcOrd="1" destOrd="0" presId="urn:microsoft.com/office/officeart/2005/8/layout/orgChart1"/>
    <dgm:cxn modelId="{B68F3078-60B5-4D7B-95DF-F9EB0975D67C}" type="presParOf" srcId="{25AA62B1-A50C-433F-9FEB-AB6D87F16C08}" destId="{C72D08C1-26B6-411A-8EB3-AA7DE90ED45E}" srcOrd="1" destOrd="0" presId="urn:microsoft.com/office/officeart/2005/8/layout/orgChart1"/>
    <dgm:cxn modelId="{2420C1C1-85B1-4449-9FD2-5B1C1C7CEBAB}" type="presParOf" srcId="{25AA62B1-A50C-433F-9FEB-AB6D87F16C08}" destId="{073C0DC0-3948-4029-B344-9EEAE62F5175}" srcOrd="2" destOrd="0" presId="urn:microsoft.com/office/officeart/2005/8/layout/orgChart1"/>
    <dgm:cxn modelId="{62148959-5073-4735-8D9C-883B31A5E3F5}" type="presParOf" srcId="{9774D39F-C6E9-4EF5-B69C-D511AA70F239}" destId="{33F86803-A1C9-4C6C-8875-F0181A27844F}" srcOrd="2" destOrd="0" presId="urn:microsoft.com/office/officeart/2005/8/layout/orgChart1"/>
    <dgm:cxn modelId="{4993DAE0-CC91-4238-931B-7FFDB47112EC}" type="presParOf" srcId="{9774D39F-C6E9-4EF5-B69C-D511AA70F239}" destId="{071DF881-BA6E-4B39-86DC-E87C47B2CC81}" srcOrd="3" destOrd="0" presId="urn:microsoft.com/office/officeart/2005/8/layout/orgChart1"/>
    <dgm:cxn modelId="{6035B7B4-62E0-4333-8D2F-AAD4A3E3BC6F}" type="presParOf" srcId="{071DF881-BA6E-4B39-86DC-E87C47B2CC81}" destId="{F3F523E2-4103-4160-8BCE-9D2EEC325AB5}" srcOrd="0" destOrd="0" presId="urn:microsoft.com/office/officeart/2005/8/layout/orgChart1"/>
    <dgm:cxn modelId="{5E61E6DE-6042-4096-8822-7E0441932B42}" type="presParOf" srcId="{F3F523E2-4103-4160-8BCE-9D2EEC325AB5}" destId="{11F546C3-8D3E-4587-9061-D771474A70AC}" srcOrd="0" destOrd="0" presId="urn:microsoft.com/office/officeart/2005/8/layout/orgChart1"/>
    <dgm:cxn modelId="{F6FDA3E2-1CE3-42AE-812C-94E5E10EE303}" type="presParOf" srcId="{F3F523E2-4103-4160-8BCE-9D2EEC325AB5}" destId="{C057EACB-1792-48BE-BDAE-95FFD8DD4183}" srcOrd="1" destOrd="0" presId="urn:microsoft.com/office/officeart/2005/8/layout/orgChart1"/>
    <dgm:cxn modelId="{4F3405A4-A459-452B-9F5A-36AFFB4D05EC}" type="presParOf" srcId="{071DF881-BA6E-4B39-86DC-E87C47B2CC81}" destId="{14AEDB19-C0D5-4477-BDEC-EDB8E60F9F21}" srcOrd="1" destOrd="0" presId="urn:microsoft.com/office/officeart/2005/8/layout/orgChart1"/>
    <dgm:cxn modelId="{CA3824FB-9080-4687-8965-5F445724E015}" type="presParOf" srcId="{071DF881-BA6E-4B39-86DC-E87C47B2CC81}" destId="{F93F64BA-E3B9-4E20-AABF-4513E2EF904F}" srcOrd="2" destOrd="0" presId="urn:microsoft.com/office/officeart/2005/8/layout/orgChart1"/>
    <dgm:cxn modelId="{9968796E-0731-4A77-A741-E5B23B74D314}" type="presParOf" srcId="{9774D39F-C6E9-4EF5-B69C-D511AA70F239}" destId="{492F08ED-8F2C-4158-B571-35E140AA9A28}" srcOrd="4" destOrd="0" presId="urn:microsoft.com/office/officeart/2005/8/layout/orgChart1"/>
    <dgm:cxn modelId="{4E1A23D0-7FE0-4B77-B0A4-1C2E6C0BFAF0}" type="presParOf" srcId="{9774D39F-C6E9-4EF5-B69C-D511AA70F239}" destId="{F5DBCC94-D2CD-4F08-BE09-E03C113B7EE3}" srcOrd="5" destOrd="0" presId="urn:microsoft.com/office/officeart/2005/8/layout/orgChart1"/>
    <dgm:cxn modelId="{8F11CF29-0FF4-41B2-AC43-51B265CDD020}" type="presParOf" srcId="{F5DBCC94-D2CD-4F08-BE09-E03C113B7EE3}" destId="{FB31C213-B7BF-4D41-9BD8-4651830997C2}" srcOrd="0" destOrd="0" presId="urn:microsoft.com/office/officeart/2005/8/layout/orgChart1"/>
    <dgm:cxn modelId="{2D26069B-70AC-42AD-9475-D3D0138C85D2}" type="presParOf" srcId="{FB31C213-B7BF-4D41-9BD8-4651830997C2}" destId="{F5EB9FFA-9E28-4E30-A813-858CF321B089}" srcOrd="0" destOrd="0" presId="urn:microsoft.com/office/officeart/2005/8/layout/orgChart1"/>
    <dgm:cxn modelId="{C9A9420E-AC13-41E0-A3C0-24DE25D11E21}" type="presParOf" srcId="{FB31C213-B7BF-4D41-9BD8-4651830997C2}" destId="{D0E969EF-58FA-4691-BE74-34A4BB52605A}" srcOrd="1" destOrd="0" presId="urn:microsoft.com/office/officeart/2005/8/layout/orgChart1"/>
    <dgm:cxn modelId="{A32E6F96-22FE-4310-8475-5D91C0C5FDC7}" type="presParOf" srcId="{F5DBCC94-D2CD-4F08-BE09-E03C113B7EE3}" destId="{2C78AC1D-B1B0-4B9B-8936-8F858C84FACC}" srcOrd="1" destOrd="0" presId="urn:microsoft.com/office/officeart/2005/8/layout/orgChart1"/>
    <dgm:cxn modelId="{9E094869-44BB-40FA-8A99-394FCC0BC41D}" type="presParOf" srcId="{F5DBCC94-D2CD-4F08-BE09-E03C113B7EE3}" destId="{7CADE6D1-97BA-48E0-BB54-C5137D65534B}" srcOrd="2" destOrd="0" presId="urn:microsoft.com/office/officeart/2005/8/layout/orgChart1"/>
    <dgm:cxn modelId="{994A1A7C-BAD9-4566-AF38-7AC7EF3014B7}" type="presParOf" srcId="{9774D39F-C6E9-4EF5-B69C-D511AA70F239}" destId="{A11152D8-CC29-47FF-9EE4-DCF5B37528BA}" srcOrd="6" destOrd="0" presId="urn:microsoft.com/office/officeart/2005/8/layout/orgChart1"/>
    <dgm:cxn modelId="{02B6145A-09BD-4BC7-9AE4-5A43C956AE50}" type="presParOf" srcId="{9774D39F-C6E9-4EF5-B69C-D511AA70F239}" destId="{7DB8FB8F-EF4D-48D2-B30A-8CF7D8212502}" srcOrd="7" destOrd="0" presId="urn:microsoft.com/office/officeart/2005/8/layout/orgChart1"/>
    <dgm:cxn modelId="{B129EBF0-3F5B-47F0-B584-D3AAD520500A}" type="presParOf" srcId="{7DB8FB8F-EF4D-48D2-B30A-8CF7D8212502}" destId="{73BB6BC2-B638-4EFA-A618-41F835BD5AC6}" srcOrd="0" destOrd="0" presId="urn:microsoft.com/office/officeart/2005/8/layout/orgChart1"/>
    <dgm:cxn modelId="{60FF25D7-A1C9-4CB7-A6D8-9DA44381B785}" type="presParOf" srcId="{73BB6BC2-B638-4EFA-A618-41F835BD5AC6}" destId="{22901C1E-78B1-4871-BAA2-6262C0B5B194}" srcOrd="0" destOrd="0" presId="urn:microsoft.com/office/officeart/2005/8/layout/orgChart1"/>
    <dgm:cxn modelId="{9049F19C-D404-427C-B872-84C099BFAC4A}" type="presParOf" srcId="{73BB6BC2-B638-4EFA-A618-41F835BD5AC6}" destId="{A0778CF8-6062-4F7F-BA36-146C765079E2}" srcOrd="1" destOrd="0" presId="urn:microsoft.com/office/officeart/2005/8/layout/orgChart1"/>
    <dgm:cxn modelId="{DF4B3B97-487D-4023-AF24-16983E8304CE}" type="presParOf" srcId="{7DB8FB8F-EF4D-48D2-B30A-8CF7D8212502}" destId="{524C850D-F373-4FE6-BB40-112B45E52CF5}" srcOrd="1" destOrd="0" presId="urn:microsoft.com/office/officeart/2005/8/layout/orgChart1"/>
    <dgm:cxn modelId="{74606E4E-E321-4437-91D9-ED39CBBD7165}" type="presParOf" srcId="{7DB8FB8F-EF4D-48D2-B30A-8CF7D8212502}" destId="{F481F57E-AE84-40FD-8B01-4619351EDF55}" srcOrd="2" destOrd="0" presId="urn:microsoft.com/office/officeart/2005/8/layout/orgChart1"/>
    <dgm:cxn modelId="{7FCCC324-24A3-448B-9571-D698CC2C1E2B}" type="presParOf" srcId="{9774D39F-C6E9-4EF5-B69C-D511AA70F239}" destId="{CF1BB294-BDEB-49F8-AC4D-754EE5D1B222}" srcOrd="8" destOrd="0" presId="urn:microsoft.com/office/officeart/2005/8/layout/orgChart1"/>
    <dgm:cxn modelId="{4408EDE3-EEB5-4767-AB79-9BB7C1C40A34}" type="presParOf" srcId="{9774D39F-C6E9-4EF5-B69C-D511AA70F239}" destId="{490A94A6-3B97-456D-A991-2FF43E9F6FF3}" srcOrd="9" destOrd="0" presId="urn:microsoft.com/office/officeart/2005/8/layout/orgChart1"/>
    <dgm:cxn modelId="{C52840DB-045A-4EA0-9231-0F5B43B4AC83}" type="presParOf" srcId="{490A94A6-3B97-456D-A991-2FF43E9F6FF3}" destId="{A895CD4D-3D27-4794-9A87-4837A318760C}" srcOrd="0" destOrd="0" presId="urn:microsoft.com/office/officeart/2005/8/layout/orgChart1"/>
    <dgm:cxn modelId="{B9234B53-8AEC-435F-8372-D97C609E1D94}" type="presParOf" srcId="{A895CD4D-3D27-4794-9A87-4837A318760C}" destId="{81401F8D-AC8D-4C10-9786-4C7414189486}" srcOrd="0" destOrd="0" presId="urn:microsoft.com/office/officeart/2005/8/layout/orgChart1"/>
    <dgm:cxn modelId="{0DCFDBD2-87A3-491A-A2F5-C4B6C62C2FB8}" type="presParOf" srcId="{A895CD4D-3D27-4794-9A87-4837A318760C}" destId="{273341FD-73F3-4D4C-9962-8A0C97180D9D}" srcOrd="1" destOrd="0" presId="urn:microsoft.com/office/officeart/2005/8/layout/orgChart1"/>
    <dgm:cxn modelId="{C72A1B03-5285-4F85-8F1C-C8ACC349840F}" type="presParOf" srcId="{490A94A6-3B97-456D-A991-2FF43E9F6FF3}" destId="{716B2E00-03A8-48C2-A7DA-3E9ECDB67F98}" srcOrd="1" destOrd="0" presId="urn:microsoft.com/office/officeart/2005/8/layout/orgChart1"/>
    <dgm:cxn modelId="{C45CC335-DE21-45B7-96EB-6852CC31B06F}" type="presParOf" srcId="{490A94A6-3B97-456D-A991-2FF43E9F6FF3}" destId="{393DB94F-1391-4628-8AAA-E8A30E56DEF7}" srcOrd="2" destOrd="0" presId="urn:microsoft.com/office/officeart/2005/8/layout/orgChart1"/>
    <dgm:cxn modelId="{574BA861-F36C-4619-BD28-B94CF1C20A98}" type="presParOf" srcId="{80C63C54-54E8-47E8-A927-2BFCB6E0ACAE}" destId="{8DFD9195-D690-4300-9DE7-27905A383190}" srcOrd="2" destOrd="0" presId="urn:microsoft.com/office/officeart/2005/8/layout/orgChart1"/>
    <dgm:cxn modelId="{C0734EB7-083F-450C-BA69-936982062182}" type="presParOf" srcId="{07671494-B876-4A1D-B8B8-2CA29822E882}" destId="{01C0B31C-A9A2-4BD9-9FDE-98E88936556D}" srcOrd="2" destOrd="0" presId="urn:microsoft.com/office/officeart/2005/8/layout/orgChart1"/>
    <dgm:cxn modelId="{A1DC367E-F028-48A6-A765-CEEF4C58B09D}" type="presParOf" srcId="{07671494-B876-4A1D-B8B8-2CA29822E882}" destId="{2D411FA0-CC56-45BE-8567-25237846F5FF}" srcOrd="3" destOrd="0" presId="urn:microsoft.com/office/officeart/2005/8/layout/orgChart1"/>
    <dgm:cxn modelId="{AFEB0B3F-9EFF-424F-AD76-DF8765C6D2E4}" type="presParOf" srcId="{2D411FA0-CC56-45BE-8567-25237846F5FF}" destId="{503512D9-46E3-47C4-A89F-FBC89F467AF6}" srcOrd="0" destOrd="0" presId="urn:microsoft.com/office/officeart/2005/8/layout/orgChart1"/>
    <dgm:cxn modelId="{4CC713BD-AEFE-4F00-8F4D-51C6CA52D287}" type="presParOf" srcId="{503512D9-46E3-47C4-A89F-FBC89F467AF6}" destId="{908C8400-6048-4264-B737-18273884E6B6}" srcOrd="0" destOrd="0" presId="urn:microsoft.com/office/officeart/2005/8/layout/orgChart1"/>
    <dgm:cxn modelId="{BF3A7A0D-F06E-49AC-AF02-D00CA603B9DC}" type="presParOf" srcId="{503512D9-46E3-47C4-A89F-FBC89F467AF6}" destId="{DB876FEB-CEE7-404F-BD8A-27C00C0795B1}" srcOrd="1" destOrd="0" presId="urn:microsoft.com/office/officeart/2005/8/layout/orgChart1"/>
    <dgm:cxn modelId="{CE3A6B7C-5A16-40DB-A8A6-40981A8AB64E}" type="presParOf" srcId="{2D411FA0-CC56-45BE-8567-25237846F5FF}" destId="{4AFC5EEF-848D-4889-B173-A63825967AAD}" srcOrd="1" destOrd="0" presId="urn:microsoft.com/office/officeart/2005/8/layout/orgChart1"/>
    <dgm:cxn modelId="{294DFE75-785F-4D6A-BACE-E2560AF53417}" type="presParOf" srcId="{4AFC5EEF-848D-4889-B173-A63825967AAD}" destId="{9E36295C-FA0D-4915-BE4A-62D75E7C2B48}" srcOrd="0" destOrd="0" presId="urn:microsoft.com/office/officeart/2005/8/layout/orgChart1"/>
    <dgm:cxn modelId="{AE125F96-B36A-4FE7-9725-F6380C340163}" type="presParOf" srcId="{4AFC5EEF-848D-4889-B173-A63825967AAD}" destId="{63D62EA9-1136-4C6D-A64B-D182BF3BE2BA}" srcOrd="1" destOrd="0" presId="urn:microsoft.com/office/officeart/2005/8/layout/orgChart1"/>
    <dgm:cxn modelId="{1D5F20DD-F07B-4726-AAB3-F2615AEDEA31}" type="presParOf" srcId="{63D62EA9-1136-4C6D-A64B-D182BF3BE2BA}" destId="{EF2D748C-AF86-41FC-AF0B-34A6CBA351D6}" srcOrd="0" destOrd="0" presId="urn:microsoft.com/office/officeart/2005/8/layout/orgChart1"/>
    <dgm:cxn modelId="{3C63FA96-5144-4BEE-9766-32047256DD0B}" type="presParOf" srcId="{EF2D748C-AF86-41FC-AF0B-34A6CBA351D6}" destId="{74FD141F-5F57-43C5-9BB5-4148D6C0167E}" srcOrd="0" destOrd="0" presId="urn:microsoft.com/office/officeart/2005/8/layout/orgChart1"/>
    <dgm:cxn modelId="{251DDADA-1AD8-4E7E-B0FA-25D68EF3603F}" type="presParOf" srcId="{EF2D748C-AF86-41FC-AF0B-34A6CBA351D6}" destId="{9DD18D62-D422-4A7E-8B38-2389BAA6FF95}" srcOrd="1" destOrd="0" presId="urn:microsoft.com/office/officeart/2005/8/layout/orgChart1"/>
    <dgm:cxn modelId="{1619E518-A256-4D30-8E43-4A18E04D0421}" type="presParOf" srcId="{63D62EA9-1136-4C6D-A64B-D182BF3BE2BA}" destId="{2FBF42FD-BA25-4BCB-BEEE-0816B8C11C86}" srcOrd="1" destOrd="0" presId="urn:microsoft.com/office/officeart/2005/8/layout/orgChart1"/>
    <dgm:cxn modelId="{7F955260-2C38-43E2-9262-CE24BE2862BB}" type="presParOf" srcId="{63D62EA9-1136-4C6D-A64B-D182BF3BE2BA}" destId="{FE3BC41E-7623-49CE-81D6-378ED71C78EF}" srcOrd="2" destOrd="0" presId="urn:microsoft.com/office/officeart/2005/8/layout/orgChart1"/>
    <dgm:cxn modelId="{05E82646-976C-44A5-984A-C3C3CEDAF1D0}" type="presParOf" srcId="{4AFC5EEF-848D-4889-B173-A63825967AAD}" destId="{23C34E17-34F0-4275-B664-8B5CC24AE832}" srcOrd="2" destOrd="0" presId="urn:microsoft.com/office/officeart/2005/8/layout/orgChart1"/>
    <dgm:cxn modelId="{8640061B-B315-44EA-BF85-54D6392EAB06}" type="presParOf" srcId="{4AFC5EEF-848D-4889-B173-A63825967AAD}" destId="{29692710-8D13-4115-BE89-3550CA1139E7}" srcOrd="3" destOrd="0" presId="urn:microsoft.com/office/officeart/2005/8/layout/orgChart1"/>
    <dgm:cxn modelId="{F34EB6BF-42C7-47EF-A95D-32F6E41732FD}" type="presParOf" srcId="{29692710-8D13-4115-BE89-3550CA1139E7}" destId="{903686CF-95FF-4B7D-8B30-29C1FD45F560}" srcOrd="0" destOrd="0" presId="urn:microsoft.com/office/officeart/2005/8/layout/orgChart1"/>
    <dgm:cxn modelId="{75B643EE-A4FE-4E79-8148-B7422479CD9F}" type="presParOf" srcId="{903686CF-95FF-4B7D-8B30-29C1FD45F560}" destId="{FAA95A24-5C70-450A-B99A-A7A307C93F44}" srcOrd="0" destOrd="0" presId="urn:microsoft.com/office/officeart/2005/8/layout/orgChart1"/>
    <dgm:cxn modelId="{896D35AC-7D74-473D-BAF6-9FC66DD4669D}" type="presParOf" srcId="{903686CF-95FF-4B7D-8B30-29C1FD45F560}" destId="{48687379-4FF1-474D-8CCB-E3CDF91E0A37}" srcOrd="1" destOrd="0" presId="urn:microsoft.com/office/officeart/2005/8/layout/orgChart1"/>
    <dgm:cxn modelId="{5903254F-9504-48D1-8103-FE8206779A4E}" type="presParOf" srcId="{29692710-8D13-4115-BE89-3550CA1139E7}" destId="{9970A788-3D9C-409C-ABBD-74058E3C7BF1}" srcOrd="1" destOrd="0" presId="urn:microsoft.com/office/officeart/2005/8/layout/orgChart1"/>
    <dgm:cxn modelId="{D91A8D93-2078-47EB-BFBB-98C5D42AD15F}" type="presParOf" srcId="{29692710-8D13-4115-BE89-3550CA1139E7}" destId="{B501C062-1265-429D-9D70-B06FD45BDE44}" srcOrd="2" destOrd="0" presId="urn:microsoft.com/office/officeart/2005/8/layout/orgChart1"/>
    <dgm:cxn modelId="{6DE0011E-7B9F-4ABD-A9AF-F9E687E3B6B1}" type="presParOf" srcId="{4AFC5EEF-848D-4889-B173-A63825967AAD}" destId="{F47E9B50-D742-482A-A893-FE59C26F1C0E}" srcOrd="4" destOrd="0" presId="urn:microsoft.com/office/officeart/2005/8/layout/orgChart1"/>
    <dgm:cxn modelId="{6FAD95C5-B6B3-4A13-9239-0F45E3E5B990}" type="presParOf" srcId="{4AFC5EEF-848D-4889-B173-A63825967AAD}" destId="{5865E2A9-4737-46EE-A803-EF7970E4D054}" srcOrd="5" destOrd="0" presId="urn:microsoft.com/office/officeart/2005/8/layout/orgChart1"/>
    <dgm:cxn modelId="{C7F6BEB2-3D71-4E40-8C93-66F320F7122B}" type="presParOf" srcId="{5865E2A9-4737-46EE-A803-EF7970E4D054}" destId="{A9579EE7-0DAF-402F-9130-EDCD5ED7816A}" srcOrd="0" destOrd="0" presId="urn:microsoft.com/office/officeart/2005/8/layout/orgChart1"/>
    <dgm:cxn modelId="{BDE5F3C0-0F27-4CA1-B76C-F31DE11A80B4}" type="presParOf" srcId="{A9579EE7-0DAF-402F-9130-EDCD5ED7816A}" destId="{4368342D-1BAE-445B-A695-C54C77485458}" srcOrd="0" destOrd="0" presId="urn:microsoft.com/office/officeart/2005/8/layout/orgChart1"/>
    <dgm:cxn modelId="{ACC1C3FF-734D-441E-8EA3-6DA41823630C}" type="presParOf" srcId="{A9579EE7-0DAF-402F-9130-EDCD5ED7816A}" destId="{0E40C9A5-681D-4A90-8F64-5B7291ECF251}" srcOrd="1" destOrd="0" presId="urn:microsoft.com/office/officeart/2005/8/layout/orgChart1"/>
    <dgm:cxn modelId="{21C3ABC0-99DC-4926-B082-EBD6EF9C93CB}" type="presParOf" srcId="{5865E2A9-4737-46EE-A803-EF7970E4D054}" destId="{2D3A9E0A-72D1-49D1-939D-5231337BCBBA}" srcOrd="1" destOrd="0" presId="urn:microsoft.com/office/officeart/2005/8/layout/orgChart1"/>
    <dgm:cxn modelId="{20308A30-1A60-40FE-A390-ACF9B29E1394}" type="presParOf" srcId="{5865E2A9-4737-46EE-A803-EF7970E4D054}" destId="{92A1908E-45AC-41C4-8226-8D0BF4CBA51D}" srcOrd="2" destOrd="0" presId="urn:microsoft.com/office/officeart/2005/8/layout/orgChart1"/>
    <dgm:cxn modelId="{C05742E0-9525-4BD0-9394-D4E56E917847}" type="presParOf" srcId="{4AFC5EEF-848D-4889-B173-A63825967AAD}" destId="{19AD40DA-B9C7-4B22-A229-BC4AF9363584}" srcOrd="6" destOrd="0" presId="urn:microsoft.com/office/officeart/2005/8/layout/orgChart1"/>
    <dgm:cxn modelId="{E22D04DA-AEEF-4CCC-A59F-53ED77306088}" type="presParOf" srcId="{4AFC5EEF-848D-4889-B173-A63825967AAD}" destId="{B7B6AEC4-F27B-4757-AB92-1C20AC8BA7E7}" srcOrd="7" destOrd="0" presId="urn:microsoft.com/office/officeart/2005/8/layout/orgChart1"/>
    <dgm:cxn modelId="{9AF5C510-E0E2-464A-81D8-0E9F23345596}" type="presParOf" srcId="{B7B6AEC4-F27B-4757-AB92-1C20AC8BA7E7}" destId="{6EBD2E85-0F03-4610-8D2F-3501D0A45AAE}" srcOrd="0" destOrd="0" presId="urn:microsoft.com/office/officeart/2005/8/layout/orgChart1"/>
    <dgm:cxn modelId="{99E0B495-E04A-420A-BF91-2265EE380123}" type="presParOf" srcId="{6EBD2E85-0F03-4610-8D2F-3501D0A45AAE}" destId="{59D83286-CD22-4CC1-BDC9-215667BC8DDB}" srcOrd="0" destOrd="0" presId="urn:microsoft.com/office/officeart/2005/8/layout/orgChart1"/>
    <dgm:cxn modelId="{D2D62614-8F51-4487-AB51-F8E095CF070A}" type="presParOf" srcId="{6EBD2E85-0F03-4610-8D2F-3501D0A45AAE}" destId="{B1AF160B-70F8-488E-8963-527689BAC095}" srcOrd="1" destOrd="0" presId="urn:microsoft.com/office/officeart/2005/8/layout/orgChart1"/>
    <dgm:cxn modelId="{22357E65-F146-4A9A-A241-18FD60F6B748}" type="presParOf" srcId="{B7B6AEC4-F27B-4757-AB92-1C20AC8BA7E7}" destId="{BDE36A4D-880A-431A-8C16-1C2B67BB1965}" srcOrd="1" destOrd="0" presId="urn:microsoft.com/office/officeart/2005/8/layout/orgChart1"/>
    <dgm:cxn modelId="{114AB311-3AB2-49BD-B2DC-FD8353593F34}" type="presParOf" srcId="{B7B6AEC4-F27B-4757-AB92-1C20AC8BA7E7}" destId="{14DD8719-E9A6-4C8A-ADE6-9200412CE06E}" srcOrd="2" destOrd="0" presId="urn:microsoft.com/office/officeart/2005/8/layout/orgChart1"/>
    <dgm:cxn modelId="{FC2ED8E3-7AFE-4F4E-825B-875E05627337}" type="presParOf" srcId="{2D411FA0-CC56-45BE-8567-25237846F5FF}" destId="{06623AD4-FC0F-4D24-987A-9F06C19B8A4F}" srcOrd="2" destOrd="0" presId="urn:microsoft.com/office/officeart/2005/8/layout/orgChart1"/>
    <dgm:cxn modelId="{7781C177-EA82-42A8-9EE0-69D8A5C5EE0F}" type="presParOf" srcId="{07671494-B876-4A1D-B8B8-2CA29822E882}" destId="{0A104BD3-F6AB-4947-A582-90E00C46072E}" srcOrd="4" destOrd="0" presId="urn:microsoft.com/office/officeart/2005/8/layout/orgChart1"/>
    <dgm:cxn modelId="{1B768424-E867-4939-90C5-1CA76A725F4F}" type="presParOf" srcId="{07671494-B876-4A1D-B8B8-2CA29822E882}" destId="{831F4C1C-A1B8-4849-A0AF-DDA3CDF6E0AF}" srcOrd="5" destOrd="0" presId="urn:microsoft.com/office/officeart/2005/8/layout/orgChart1"/>
    <dgm:cxn modelId="{AF8AEF8A-C16E-4F03-8E36-809B92F0FD7B}" type="presParOf" srcId="{831F4C1C-A1B8-4849-A0AF-DDA3CDF6E0AF}" destId="{EC44D3A0-1953-4ABF-A050-F403DFD1A002}" srcOrd="0" destOrd="0" presId="urn:microsoft.com/office/officeart/2005/8/layout/orgChart1"/>
    <dgm:cxn modelId="{7691F4B6-94DC-4DEC-8607-0AAD9F034CBB}" type="presParOf" srcId="{EC44D3A0-1953-4ABF-A050-F403DFD1A002}" destId="{AC99F419-9504-4223-8C37-64A62EC37070}" srcOrd="0" destOrd="0" presId="urn:microsoft.com/office/officeart/2005/8/layout/orgChart1"/>
    <dgm:cxn modelId="{02FEC722-6883-49DA-B55F-16AB0F7C4B23}" type="presParOf" srcId="{EC44D3A0-1953-4ABF-A050-F403DFD1A002}" destId="{5E144FC5-5492-4B76-8A20-03AB4C585DB2}" srcOrd="1" destOrd="0" presId="urn:microsoft.com/office/officeart/2005/8/layout/orgChart1"/>
    <dgm:cxn modelId="{5AC0A225-6EC2-4E2A-98A6-AD1E18F58F76}" type="presParOf" srcId="{831F4C1C-A1B8-4849-A0AF-DDA3CDF6E0AF}" destId="{634E7BF0-7106-4619-A821-B92C0C0F594A}" srcOrd="1" destOrd="0" presId="urn:microsoft.com/office/officeart/2005/8/layout/orgChart1"/>
    <dgm:cxn modelId="{32342A4F-AB60-4990-BAAC-877B8CF9123E}" type="presParOf" srcId="{634E7BF0-7106-4619-A821-B92C0C0F594A}" destId="{41DA9C21-4543-47AC-A841-5CFCC3AD70AD}" srcOrd="0" destOrd="0" presId="urn:microsoft.com/office/officeart/2005/8/layout/orgChart1"/>
    <dgm:cxn modelId="{1747D782-AE74-4767-907A-A98E2D8B93CE}" type="presParOf" srcId="{634E7BF0-7106-4619-A821-B92C0C0F594A}" destId="{3B70C5B4-9F55-4BAB-A1AF-BF2B373F5202}" srcOrd="1" destOrd="0" presId="urn:microsoft.com/office/officeart/2005/8/layout/orgChart1"/>
    <dgm:cxn modelId="{C8D3583D-D3DA-49F2-ABF9-6328DBD5538B}" type="presParOf" srcId="{3B70C5B4-9F55-4BAB-A1AF-BF2B373F5202}" destId="{00DB3CEA-2F58-4A37-A357-96A9BE2A5154}" srcOrd="0" destOrd="0" presId="urn:microsoft.com/office/officeart/2005/8/layout/orgChart1"/>
    <dgm:cxn modelId="{FE7E10D7-422C-4C57-81E4-AECF15F375E4}" type="presParOf" srcId="{00DB3CEA-2F58-4A37-A357-96A9BE2A5154}" destId="{DED8DE2A-CA68-4490-BCBD-13793F781844}" srcOrd="0" destOrd="0" presId="urn:microsoft.com/office/officeart/2005/8/layout/orgChart1"/>
    <dgm:cxn modelId="{B09BB31A-81B8-4840-8061-6944F50D579A}" type="presParOf" srcId="{00DB3CEA-2F58-4A37-A357-96A9BE2A5154}" destId="{0E38B224-4D49-4680-827E-7686B960F1F1}" srcOrd="1" destOrd="0" presId="urn:microsoft.com/office/officeart/2005/8/layout/orgChart1"/>
    <dgm:cxn modelId="{327FBED1-5D21-47AA-A980-00F36ACBA0D0}" type="presParOf" srcId="{3B70C5B4-9F55-4BAB-A1AF-BF2B373F5202}" destId="{5D13C40E-15BF-42C8-8388-873E2BF68246}" srcOrd="1" destOrd="0" presId="urn:microsoft.com/office/officeart/2005/8/layout/orgChart1"/>
    <dgm:cxn modelId="{79F8AFF4-D27A-48FD-9499-8A2AFC35B1EB}" type="presParOf" srcId="{3B70C5B4-9F55-4BAB-A1AF-BF2B373F5202}" destId="{10F1D1E6-9101-4D24-AEF7-10E268972778}" srcOrd="2" destOrd="0" presId="urn:microsoft.com/office/officeart/2005/8/layout/orgChart1"/>
    <dgm:cxn modelId="{715D0947-498A-48EB-9BDC-F941B34BD4FE}" type="presParOf" srcId="{634E7BF0-7106-4619-A821-B92C0C0F594A}" destId="{2FC64DFF-F429-4684-8766-C8E17DD3420C}" srcOrd="2" destOrd="0" presId="urn:microsoft.com/office/officeart/2005/8/layout/orgChart1"/>
    <dgm:cxn modelId="{7EA8B274-6316-4187-BC2C-83A8C9239E94}" type="presParOf" srcId="{634E7BF0-7106-4619-A821-B92C0C0F594A}" destId="{4343E07D-3886-43DF-81FC-96AABF3105EF}" srcOrd="3" destOrd="0" presId="urn:microsoft.com/office/officeart/2005/8/layout/orgChart1"/>
    <dgm:cxn modelId="{79EB8661-C066-4749-A52C-64B4C85A1B57}" type="presParOf" srcId="{4343E07D-3886-43DF-81FC-96AABF3105EF}" destId="{0070AB67-1962-478D-9261-7E6158F5EA17}" srcOrd="0" destOrd="0" presId="urn:microsoft.com/office/officeart/2005/8/layout/orgChart1"/>
    <dgm:cxn modelId="{5F93DA6B-5049-4D0A-89E5-BAD7E3E14920}" type="presParOf" srcId="{0070AB67-1962-478D-9261-7E6158F5EA17}" destId="{5A182610-53DF-4366-B012-1E195768D0AA}" srcOrd="0" destOrd="0" presId="urn:microsoft.com/office/officeart/2005/8/layout/orgChart1"/>
    <dgm:cxn modelId="{3B03A031-599C-4D0D-9C90-B4C55E94EE31}" type="presParOf" srcId="{0070AB67-1962-478D-9261-7E6158F5EA17}" destId="{EA4AA612-C74E-4F22-891B-A6B106ECF44D}" srcOrd="1" destOrd="0" presId="urn:microsoft.com/office/officeart/2005/8/layout/orgChart1"/>
    <dgm:cxn modelId="{01AE7500-9AC5-4943-961C-E0658D5736FD}" type="presParOf" srcId="{4343E07D-3886-43DF-81FC-96AABF3105EF}" destId="{ECA5413D-50F8-4FD3-A28A-3824A3BAA97B}" srcOrd="1" destOrd="0" presId="urn:microsoft.com/office/officeart/2005/8/layout/orgChart1"/>
    <dgm:cxn modelId="{BC63D235-3A23-45E9-A4D9-906087E38314}" type="presParOf" srcId="{4343E07D-3886-43DF-81FC-96AABF3105EF}" destId="{70B10598-C45B-4335-92A6-1F597999CC40}" srcOrd="2" destOrd="0" presId="urn:microsoft.com/office/officeart/2005/8/layout/orgChart1"/>
    <dgm:cxn modelId="{DB3FAA3C-89A3-43DB-AF0B-1F0655F1A32A}" type="presParOf" srcId="{634E7BF0-7106-4619-A821-B92C0C0F594A}" destId="{89F2AB7B-B6FE-4F9A-B1B5-440DD42FCCE4}" srcOrd="4" destOrd="0" presId="urn:microsoft.com/office/officeart/2005/8/layout/orgChart1"/>
    <dgm:cxn modelId="{A263CCF7-5504-41EB-A3EF-66F26EEE24CE}" type="presParOf" srcId="{634E7BF0-7106-4619-A821-B92C0C0F594A}" destId="{80A20FC7-C4CD-44B0-B9C7-34C5937D0820}" srcOrd="5" destOrd="0" presId="urn:microsoft.com/office/officeart/2005/8/layout/orgChart1"/>
    <dgm:cxn modelId="{3DB8CCBB-07F6-49F6-B29A-3E14EFB21E06}" type="presParOf" srcId="{80A20FC7-C4CD-44B0-B9C7-34C5937D0820}" destId="{8BCC8118-EB01-4DAF-98E4-540AC01E2063}" srcOrd="0" destOrd="0" presId="urn:microsoft.com/office/officeart/2005/8/layout/orgChart1"/>
    <dgm:cxn modelId="{2EDB8809-CE79-494E-8C8F-FEC68F88BB20}" type="presParOf" srcId="{8BCC8118-EB01-4DAF-98E4-540AC01E2063}" destId="{C437CF02-EE1F-4B07-B4C4-C83CB4F50E9A}" srcOrd="0" destOrd="0" presId="urn:microsoft.com/office/officeart/2005/8/layout/orgChart1"/>
    <dgm:cxn modelId="{546AA5AE-2280-47A0-9A6E-6D2B0242CC62}" type="presParOf" srcId="{8BCC8118-EB01-4DAF-98E4-540AC01E2063}" destId="{9069B63E-AC59-4AE1-AF8F-7E640B7EAF58}" srcOrd="1" destOrd="0" presId="urn:microsoft.com/office/officeart/2005/8/layout/orgChart1"/>
    <dgm:cxn modelId="{EC5A0A47-DF8E-4435-BA2B-5C873CA2792F}" type="presParOf" srcId="{80A20FC7-C4CD-44B0-B9C7-34C5937D0820}" destId="{B3366769-EA08-4D88-8480-1A69DC966879}" srcOrd="1" destOrd="0" presId="urn:microsoft.com/office/officeart/2005/8/layout/orgChart1"/>
    <dgm:cxn modelId="{BD165767-0055-4CA5-AA51-49F9645BEC81}" type="presParOf" srcId="{80A20FC7-C4CD-44B0-B9C7-34C5937D0820}" destId="{2DA6F69E-CDC7-413F-8BF7-04A35F432858}" srcOrd="2" destOrd="0" presId="urn:microsoft.com/office/officeart/2005/8/layout/orgChart1"/>
    <dgm:cxn modelId="{928B50D2-7F6A-4083-B11E-A9CF4EDE90FA}" type="presParOf" srcId="{634E7BF0-7106-4619-A821-B92C0C0F594A}" destId="{834935A5-66BA-4A15-A692-3F03082B5BCB}" srcOrd="6" destOrd="0" presId="urn:microsoft.com/office/officeart/2005/8/layout/orgChart1"/>
    <dgm:cxn modelId="{12FCE2AB-A603-42C9-8D87-7A62C223B3D9}" type="presParOf" srcId="{634E7BF0-7106-4619-A821-B92C0C0F594A}" destId="{29839A66-6860-448F-B9AF-28B248CBDFE6}" srcOrd="7" destOrd="0" presId="urn:microsoft.com/office/officeart/2005/8/layout/orgChart1"/>
    <dgm:cxn modelId="{7658A737-36E4-4DAE-BCC3-DFFE75950997}" type="presParOf" srcId="{29839A66-6860-448F-B9AF-28B248CBDFE6}" destId="{31E98B08-0342-4C6A-AE9A-F36F9A1CB52C}" srcOrd="0" destOrd="0" presId="urn:microsoft.com/office/officeart/2005/8/layout/orgChart1"/>
    <dgm:cxn modelId="{0E671022-AB66-477E-8F17-34952C80E92F}" type="presParOf" srcId="{31E98B08-0342-4C6A-AE9A-F36F9A1CB52C}" destId="{B2BE8ACB-DF6D-4F3C-86A3-4251E96FAD98}" srcOrd="0" destOrd="0" presId="urn:microsoft.com/office/officeart/2005/8/layout/orgChart1"/>
    <dgm:cxn modelId="{9C5EBBD2-5815-4290-926B-958BB7A0786B}" type="presParOf" srcId="{31E98B08-0342-4C6A-AE9A-F36F9A1CB52C}" destId="{4E771E3D-5A39-4EE0-9EA0-4599CEDB4D98}" srcOrd="1" destOrd="0" presId="urn:microsoft.com/office/officeart/2005/8/layout/orgChart1"/>
    <dgm:cxn modelId="{115C50B0-5DD2-41D2-B315-B16257444FF8}" type="presParOf" srcId="{29839A66-6860-448F-B9AF-28B248CBDFE6}" destId="{18E1C024-3365-4D73-80D9-7B0FDA42667F}" srcOrd="1" destOrd="0" presId="urn:microsoft.com/office/officeart/2005/8/layout/orgChart1"/>
    <dgm:cxn modelId="{082AB93F-4D10-415E-A3F6-5ECEA05C6E42}" type="presParOf" srcId="{29839A66-6860-448F-B9AF-28B248CBDFE6}" destId="{412C1930-5339-4587-9F51-183FE12B041A}" srcOrd="2" destOrd="0" presId="urn:microsoft.com/office/officeart/2005/8/layout/orgChart1"/>
    <dgm:cxn modelId="{16622683-9455-4C08-A8A2-9116EAE44C1E}" type="presParOf" srcId="{831F4C1C-A1B8-4849-A0AF-DDA3CDF6E0AF}" destId="{4567F0F7-62A4-44BC-950C-AB8B05807826}" srcOrd="2" destOrd="0" presId="urn:microsoft.com/office/officeart/2005/8/layout/orgChart1"/>
    <dgm:cxn modelId="{A579B831-FD06-41AC-B279-DE3D59BEB590}" type="presParOf" srcId="{07671494-B876-4A1D-B8B8-2CA29822E882}" destId="{BFE186D4-FC40-4A1F-BBF3-82EEAE3593B0}" srcOrd="6" destOrd="0" presId="urn:microsoft.com/office/officeart/2005/8/layout/orgChart1"/>
    <dgm:cxn modelId="{6890293C-BD9E-4D72-AD15-6B5D0A56D130}" type="presParOf" srcId="{07671494-B876-4A1D-B8B8-2CA29822E882}" destId="{5EA1C588-6952-45A2-9AF0-D345DF1624A1}" srcOrd="7" destOrd="0" presId="urn:microsoft.com/office/officeart/2005/8/layout/orgChart1"/>
    <dgm:cxn modelId="{3414866A-4E52-4346-89F7-F1F973E114FD}" type="presParOf" srcId="{5EA1C588-6952-45A2-9AF0-D345DF1624A1}" destId="{3812529E-6A58-474C-86D4-25B2A64FD0FE}" srcOrd="0" destOrd="0" presId="urn:microsoft.com/office/officeart/2005/8/layout/orgChart1"/>
    <dgm:cxn modelId="{E1B7534F-E9C5-47F7-9366-6CC5F6994502}" type="presParOf" srcId="{3812529E-6A58-474C-86D4-25B2A64FD0FE}" destId="{77396AB6-9FF6-4704-9E1A-51BD5E14E0E6}" srcOrd="0" destOrd="0" presId="urn:microsoft.com/office/officeart/2005/8/layout/orgChart1"/>
    <dgm:cxn modelId="{1FEB485E-97BA-4B4C-BF1C-C0BC2ED84A0B}" type="presParOf" srcId="{3812529E-6A58-474C-86D4-25B2A64FD0FE}" destId="{5EE8EB01-5ED7-4CA0-9326-B3D52EA8A30D}" srcOrd="1" destOrd="0" presId="urn:microsoft.com/office/officeart/2005/8/layout/orgChart1"/>
    <dgm:cxn modelId="{5DCBDBFC-D960-43E4-B92A-52D4B22BF2E5}" type="presParOf" srcId="{5EA1C588-6952-45A2-9AF0-D345DF1624A1}" destId="{2090EE9C-BE58-4F91-B8B6-EC31F41AA269}" srcOrd="1" destOrd="0" presId="urn:microsoft.com/office/officeart/2005/8/layout/orgChart1"/>
    <dgm:cxn modelId="{9A77F911-4213-4345-B58F-A7446982DC06}" type="presParOf" srcId="{2090EE9C-BE58-4F91-B8B6-EC31F41AA269}" destId="{7A40F42C-B85C-4B7C-A710-6FBBAF381128}" srcOrd="0" destOrd="0" presId="urn:microsoft.com/office/officeart/2005/8/layout/orgChart1"/>
    <dgm:cxn modelId="{2C7A3643-9CF4-47F0-888A-81B9568524C7}" type="presParOf" srcId="{2090EE9C-BE58-4F91-B8B6-EC31F41AA269}" destId="{D929C689-FB94-4B08-9445-634BEB3D9A3C}" srcOrd="1" destOrd="0" presId="urn:microsoft.com/office/officeart/2005/8/layout/orgChart1"/>
    <dgm:cxn modelId="{44B58B25-4A61-4AC8-BA79-E1DAE27C8B73}" type="presParOf" srcId="{D929C689-FB94-4B08-9445-634BEB3D9A3C}" destId="{E0035DE1-0238-4B33-9860-F88F659B250C}" srcOrd="0" destOrd="0" presId="urn:microsoft.com/office/officeart/2005/8/layout/orgChart1"/>
    <dgm:cxn modelId="{317E9287-F065-4597-9E1A-A1775FB48D26}" type="presParOf" srcId="{E0035DE1-0238-4B33-9860-F88F659B250C}" destId="{656B3F46-F62D-4293-85EE-208E801936CF}" srcOrd="0" destOrd="0" presId="urn:microsoft.com/office/officeart/2005/8/layout/orgChart1"/>
    <dgm:cxn modelId="{55F15136-3FE7-4208-862A-A8D0A76098DB}" type="presParOf" srcId="{E0035DE1-0238-4B33-9860-F88F659B250C}" destId="{D6F97592-945C-4093-AFE3-FEEA12F5D0B8}" srcOrd="1" destOrd="0" presId="urn:microsoft.com/office/officeart/2005/8/layout/orgChart1"/>
    <dgm:cxn modelId="{C4B0C175-1AEE-45FD-BBF3-D72A6D4A1860}" type="presParOf" srcId="{D929C689-FB94-4B08-9445-634BEB3D9A3C}" destId="{742E058B-5EB4-414A-AAA7-FF2C25A89712}" srcOrd="1" destOrd="0" presId="urn:microsoft.com/office/officeart/2005/8/layout/orgChart1"/>
    <dgm:cxn modelId="{4A99A933-BEAD-4CEC-91A1-ECE2249501E8}" type="presParOf" srcId="{D929C689-FB94-4B08-9445-634BEB3D9A3C}" destId="{AA6B25F2-9590-4163-B8BE-0AADABA58C2D}" srcOrd="2" destOrd="0" presId="urn:microsoft.com/office/officeart/2005/8/layout/orgChart1"/>
    <dgm:cxn modelId="{22515E3F-607D-4F7A-84AB-D451F9CA0125}" type="presParOf" srcId="{2090EE9C-BE58-4F91-B8B6-EC31F41AA269}" destId="{15412560-D497-4534-BA7A-93E997FA1907}" srcOrd="2" destOrd="0" presId="urn:microsoft.com/office/officeart/2005/8/layout/orgChart1"/>
    <dgm:cxn modelId="{F94B5B7F-6AA1-4534-B3B4-62BC192E47D7}" type="presParOf" srcId="{2090EE9C-BE58-4F91-B8B6-EC31F41AA269}" destId="{A7D25672-4102-44AD-88D4-030DD343C5F0}" srcOrd="3" destOrd="0" presId="urn:microsoft.com/office/officeart/2005/8/layout/orgChart1"/>
    <dgm:cxn modelId="{2DDA8FFC-7464-4CFE-A436-DEDB1A9406F2}" type="presParOf" srcId="{A7D25672-4102-44AD-88D4-030DD343C5F0}" destId="{C9527C51-4778-43E5-9588-9CA9AD6A26AE}" srcOrd="0" destOrd="0" presId="urn:microsoft.com/office/officeart/2005/8/layout/orgChart1"/>
    <dgm:cxn modelId="{D2FFD82C-1F5E-4592-BC7D-273E1A8E3D6C}" type="presParOf" srcId="{C9527C51-4778-43E5-9588-9CA9AD6A26AE}" destId="{958371CD-77A4-4D68-AAD4-43F017BE19A6}" srcOrd="0" destOrd="0" presId="urn:microsoft.com/office/officeart/2005/8/layout/orgChart1"/>
    <dgm:cxn modelId="{CA2004AF-1843-4CE9-9B80-7A5828BE471A}" type="presParOf" srcId="{C9527C51-4778-43E5-9588-9CA9AD6A26AE}" destId="{7394B229-CFFC-497D-A79F-AF80F5988EA8}" srcOrd="1" destOrd="0" presId="urn:microsoft.com/office/officeart/2005/8/layout/orgChart1"/>
    <dgm:cxn modelId="{DCFADB5B-4127-40BF-B029-3D7405D1C1B5}" type="presParOf" srcId="{A7D25672-4102-44AD-88D4-030DD343C5F0}" destId="{9113E395-BDCF-4834-A12B-CD56A27A8162}" srcOrd="1" destOrd="0" presId="urn:microsoft.com/office/officeart/2005/8/layout/orgChart1"/>
    <dgm:cxn modelId="{C72FF50C-8B41-4F9D-BD9F-32F21F84367B}" type="presParOf" srcId="{A7D25672-4102-44AD-88D4-030DD343C5F0}" destId="{3F259A67-E346-40EF-BCC1-E5DB5976F36C}" srcOrd="2" destOrd="0" presId="urn:microsoft.com/office/officeart/2005/8/layout/orgChart1"/>
    <dgm:cxn modelId="{ACC385C8-CD4C-46A6-ACFD-042C2B05031D}" type="presParOf" srcId="{5EA1C588-6952-45A2-9AF0-D345DF1624A1}" destId="{9CCD6A34-3BD0-423D-96EE-E9642C6ACC47}" srcOrd="2" destOrd="0" presId="urn:microsoft.com/office/officeart/2005/8/layout/orgChart1"/>
    <dgm:cxn modelId="{1F1155B5-40BA-40BE-8E56-C0E9105C5690}" type="presParOf" srcId="{454B3F37-6AE6-4D17-BD8B-6001310D8C73}" destId="{608D7C0F-C6BD-4933-B479-141E934E3E15}"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7469CD5-7B1F-4B6B-B4F0-FE4E9AFE711A}" type="doc">
      <dgm:prSet loTypeId="urn:microsoft.com/office/officeart/2005/8/layout/orgChart1" loCatId="hierarchy" qsTypeId="urn:microsoft.com/office/officeart/2005/8/quickstyle/simple3" qsCatId="simple" csTypeId="urn:microsoft.com/office/officeart/2005/8/colors/accent3_5" csCatId="accent3" phldr="1"/>
      <dgm:spPr/>
    </dgm:pt>
    <dgm:pt modelId="{67311CB3-109C-46B9-B76F-37F09BC87FB8}">
      <dgm:prSet custT="1"/>
      <dgm:spPr/>
      <dgm:t>
        <a:bodyPr/>
        <a:lstStyle/>
        <a:p>
          <a:pPr rtl="0"/>
          <a:r>
            <a:rPr lang="ru-RU" sz="1800" b="1" dirty="0" smtClean="0"/>
            <a:t>Интеллектуальные информационные системы</a:t>
          </a:r>
        </a:p>
      </dgm:t>
    </dgm:pt>
    <dgm:pt modelId="{1424F8FA-CFCE-4258-844E-6A346611BA17}" type="parTrans" cxnId="{8494F6D1-C5D8-4F95-8E5B-5C09A8A1069F}">
      <dgm:prSet/>
      <dgm:spPr/>
      <dgm:t>
        <a:bodyPr/>
        <a:lstStyle/>
        <a:p>
          <a:endParaRPr lang="ru-RU" sz="4000"/>
        </a:p>
      </dgm:t>
    </dgm:pt>
    <dgm:pt modelId="{DAE143A6-D787-4853-A842-71DB8FCE7368}" type="sibTrans" cxnId="{8494F6D1-C5D8-4F95-8E5B-5C09A8A1069F}">
      <dgm:prSet/>
      <dgm:spPr/>
      <dgm:t>
        <a:bodyPr/>
        <a:lstStyle/>
        <a:p>
          <a:endParaRPr lang="ru-RU" sz="4000"/>
        </a:p>
      </dgm:t>
    </dgm:pt>
    <dgm:pt modelId="{D1B518AB-E39E-4446-8DBA-F9C2751218AE}">
      <dgm:prSet custT="1"/>
      <dgm:spPr/>
      <dgm:t>
        <a:bodyPr/>
        <a:lstStyle/>
        <a:p>
          <a:pPr rtl="0"/>
          <a:r>
            <a:rPr lang="ru-RU" sz="1600" dirty="0" smtClean="0">
              <a:effectLst>
                <a:outerShdw blurRad="38100" dist="38100" dir="2700000" algn="tl">
                  <a:srgbClr val="000000">
                    <a:alpha val="43137"/>
                  </a:srgbClr>
                </a:outerShdw>
              </a:effectLst>
            </a:rPr>
            <a:t>Управление и справочные системы</a:t>
          </a:r>
        </a:p>
      </dgm:t>
    </dgm:pt>
    <dgm:pt modelId="{FE80C27D-D330-45ED-802E-9CC9A1C600AD}" type="parTrans" cxnId="{11CEA2CE-0C72-4871-84F4-C84969E18887}">
      <dgm:prSet/>
      <dgm:spPr/>
      <dgm:t>
        <a:bodyPr/>
        <a:lstStyle/>
        <a:p>
          <a:endParaRPr lang="ru-RU" sz="4000"/>
        </a:p>
      </dgm:t>
    </dgm:pt>
    <dgm:pt modelId="{EFCE87A0-A00A-49E7-924E-38C3267EFBFF}" type="sibTrans" cxnId="{11CEA2CE-0C72-4871-84F4-C84969E18887}">
      <dgm:prSet/>
      <dgm:spPr/>
      <dgm:t>
        <a:bodyPr/>
        <a:lstStyle/>
        <a:p>
          <a:endParaRPr lang="ru-RU" sz="4000"/>
        </a:p>
      </dgm:t>
    </dgm:pt>
    <dgm:pt modelId="{E88B8E74-60B3-4978-9B85-0C1C7340F8B8}">
      <dgm:prSet custT="1"/>
      <dgm:spPr/>
      <dgm:t>
        <a:bodyPr/>
        <a:lstStyle/>
        <a:p>
          <a:pPr rtl="0"/>
          <a:r>
            <a:rPr lang="ru-RU" sz="1400" dirty="0" smtClean="0"/>
            <a:t>Системы поддержки </a:t>
          </a:r>
          <a:br>
            <a:rPr lang="ru-RU" sz="1400" dirty="0" smtClean="0"/>
          </a:br>
          <a:r>
            <a:rPr lang="ru-RU" sz="1400" dirty="0" smtClean="0"/>
            <a:t>принятия решений</a:t>
          </a:r>
        </a:p>
      </dgm:t>
    </dgm:pt>
    <dgm:pt modelId="{5CBC27ED-1287-4952-80D3-613D1E53ED49}" type="parTrans" cxnId="{D41AA764-DCEE-4BAD-9C47-B7E20D8DB22B}">
      <dgm:prSet/>
      <dgm:spPr/>
      <dgm:t>
        <a:bodyPr/>
        <a:lstStyle/>
        <a:p>
          <a:endParaRPr lang="ru-RU" sz="4000"/>
        </a:p>
      </dgm:t>
    </dgm:pt>
    <dgm:pt modelId="{2F3CF4E8-C5B5-4061-A11A-D9F2608BD303}" type="sibTrans" cxnId="{D41AA764-DCEE-4BAD-9C47-B7E20D8DB22B}">
      <dgm:prSet/>
      <dgm:spPr/>
      <dgm:t>
        <a:bodyPr/>
        <a:lstStyle/>
        <a:p>
          <a:endParaRPr lang="ru-RU" sz="4000"/>
        </a:p>
      </dgm:t>
    </dgm:pt>
    <dgm:pt modelId="{B139113E-9EF2-4FA8-AC3D-7EDED780A863}">
      <dgm:prSet custT="1"/>
      <dgm:spPr/>
      <dgm:t>
        <a:bodyPr/>
        <a:lstStyle/>
        <a:p>
          <a:pPr rtl="0"/>
          <a:r>
            <a:rPr lang="ru-RU" sz="1400" dirty="0" smtClean="0"/>
            <a:t>Экспертные системы</a:t>
          </a:r>
        </a:p>
      </dgm:t>
    </dgm:pt>
    <dgm:pt modelId="{A5A791D8-6008-4E2C-9070-DB16F81A22DC}" type="parTrans" cxnId="{0D684822-B68F-4519-AE05-0A309926FD40}">
      <dgm:prSet/>
      <dgm:spPr/>
      <dgm:t>
        <a:bodyPr/>
        <a:lstStyle/>
        <a:p>
          <a:endParaRPr lang="ru-RU" sz="4000"/>
        </a:p>
      </dgm:t>
    </dgm:pt>
    <dgm:pt modelId="{5BCDD3CF-884B-426B-B4FA-0BB2656A80C3}" type="sibTrans" cxnId="{0D684822-B68F-4519-AE05-0A309926FD40}">
      <dgm:prSet/>
      <dgm:spPr/>
      <dgm:t>
        <a:bodyPr/>
        <a:lstStyle/>
        <a:p>
          <a:endParaRPr lang="ru-RU" sz="4000"/>
        </a:p>
      </dgm:t>
    </dgm:pt>
    <dgm:pt modelId="{FC21C93D-DC85-48D8-86DB-05D0F08AC0E5}">
      <dgm:prSet custT="1"/>
      <dgm:spPr/>
      <dgm:t>
        <a:bodyPr/>
        <a:lstStyle/>
        <a:p>
          <a:pPr rtl="0"/>
          <a:r>
            <a:rPr lang="ru-RU" sz="1400" dirty="0" smtClean="0"/>
            <a:t>Вопросно-ответные </a:t>
          </a:r>
          <a:br>
            <a:rPr lang="ru-RU" sz="1400" dirty="0" smtClean="0"/>
          </a:br>
          <a:r>
            <a:rPr lang="ru-RU" sz="1400" dirty="0" smtClean="0"/>
            <a:t>системы</a:t>
          </a:r>
        </a:p>
      </dgm:t>
    </dgm:pt>
    <dgm:pt modelId="{9F3AFED8-2FE6-4A55-BAB1-4AA0D327EE2B}" type="parTrans" cxnId="{FFE9A95F-5633-4596-AB10-6E6B35FB147C}">
      <dgm:prSet/>
      <dgm:spPr/>
      <dgm:t>
        <a:bodyPr/>
        <a:lstStyle/>
        <a:p>
          <a:endParaRPr lang="ru-RU" sz="4000"/>
        </a:p>
      </dgm:t>
    </dgm:pt>
    <dgm:pt modelId="{52F4C193-A108-424D-8D35-841414FD7139}" type="sibTrans" cxnId="{FFE9A95F-5633-4596-AB10-6E6B35FB147C}">
      <dgm:prSet/>
      <dgm:spPr/>
      <dgm:t>
        <a:bodyPr/>
        <a:lstStyle/>
        <a:p>
          <a:endParaRPr lang="ru-RU" sz="4000"/>
        </a:p>
      </dgm:t>
    </dgm:pt>
    <dgm:pt modelId="{C81D7892-EBD5-48B6-B681-02DCB45EE6B8}">
      <dgm:prSet custT="1"/>
      <dgm:spPr/>
      <dgm:t>
        <a:bodyPr/>
        <a:lstStyle/>
        <a:p>
          <a:pPr rtl="0"/>
          <a:r>
            <a:rPr lang="ru-RU" sz="1400" dirty="0" err="1" smtClean="0"/>
            <a:t>Автоматизи</a:t>
          </a:r>
          <a:endParaRPr lang="ru-RU" sz="1400" dirty="0" smtClean="0"/>
        </a:p>
        <a:p>
          <a:pPr rtl="0"/>
          <a:r>
            <a:rPr lang="ru-RU" sz="1400" dirty="0" err="1" smtClean="0"/>
            <a:t>рованные</a:t>
          </a:r>
          <a:r>
            <a:rPr lang="ru-RU" sz="1400" dirty="0" smtClean="0"/>
            <a:t> </a:t>
          </a:r>
          <a:br>
            <a:rPr lang="ru-RU" sz="1400" dirty="0" smtClean="0"/>
          </a:br>
          <a:r>
            <a:rPr lang="ru-RU" sz="1400" dirty="0" smtClean="0"/>
            <a:t>системы управления</a:t>
          </a:r>
        </a:p>
      </dgm:t>
    </dgm:pt>
    <dgm:pt modelId="{B0E710B2-6E8C-4E16-88DF-7E16B502B811}" type="parTrans" cxnId="{5883BDE2-CE9A-4BF5-B673-A025697C1097}">
      <dgm:prSet/>
      <dgm:spPr/>
      <dgm:t>
        <a:bodyPr/>
        <a:lstStyle/>
        <a:p>
          <a:endParaRPr lang="ru-RU" sz="4000"/>
        </a:p>
      </dgm:t>
    </dgm:pt>
    <dgm:pt modelId="{77E36140-1377-4856-AE55-B545676776EC}" type="sibTrans" cxnId="{5883BDE2-CE9A-4BF5-B673-A025697C1097}">
      <dgm:prSet/>
      <dgm:spPr/>
      <dgm:t>
        <a:bodyPr/>
        <a:lstStyle/>
        <a:p>
          <a:endParaRPr lang="ru-RU" sz="4000"/>
        </a:p>
      </dgm:t>
    </dgm:pt>
    <dgm:pt modelId="{51107CEF-7AA2-4709-8077-A98E7E351201}">
      <dgm:prSet custT="1"/>
      <dgm:spPr/>
      <dgm:t>
        <a:bodyPr/>
        <a:lstStyle/>
        <a:p>
          <a:pPr rtl="0"/>
          <a:r>
            <a:rPr lang="ru-RU" sz="1400" dirty="0" smtClean="0"/>
            <a:t>Обучающие системы </a:t>
          </a:r>
        </a:p>
      </dgm:t>
    </dgm:pt>
    <dgm:pt modelId="{1B1742E4-563C-4127-8CAF-F9EAE51524C1}" type="parTrans" cxnId="{8CBF346F-4ABB-49D5-BBDE-6630FB6EBA0C}">
      <dgm:prSet/>
      <dgm:spPr/>
      <dgm:t>
        <a:bodyPr/>
        <a:lstStyle/>
        <a:p>
          <a:endParaRPr lang="ru-RU" sz="4000"/>
        </a:p>
      </dgm:t>
    </dgm:pt>
    <dgm:pt modelId="{009178BE-7732-41E9-A7C5-D2DBFFCE13FB}" type="sibTrans" cxnId="{8CBF346F-4ABB-49D5-BBDE-6630FB6EBA0C}">
      <dgm:prSet/>
      <dgm:spPr/>
      <dgm:t>
        <a:bodyPr/>
        <a:lstStyle/>
        <a:p>
          <a:endParaRPr lang="ru-RU" sz="4000"/>
        </a:p>
      </dgm:t>
    </dgm:pt>
    <dgm:pt modelId="{BDC10FE1-D753-479E-B24B-277EC0B113FF}">
      <dgm:prSet custT="1"/>
      <dgm:spPr/>
      <dgm:t>
        <a:bodyPr/>
        <a:lstStyle/>
        <a:p>
          <a:pPr rtl="0"/>
          <a:r>
            <a:rPr lang="ru-RU" sz="1600" dirty="0" smtClean="0">
              <a:effectLst>
                <a:outerShdw blurRad="38100" dist="38100" dir="2700000" algn="tl">
                  <a:srgbClr val="000000">
                    <a:alpha val="43137"/>
                  </a:srgbClr>
                </a:outerShdw>
              </a:effectLst>
            </a:rPr>
            <a:t>Компьютерная лингвистика</a:t>
          </a:r>
        </a:p>
      </dgm:t>
    </dgm:pt>
    <dgm:pt modelId="{29FB258C-7BE5-4538-878E-01422586F10C}" type="parTrans" cxnId="{65C16D58-9D19-40FD-BB69-50B56B53A24F}">
      <dgm:prSet/>
      <dgm:spPr/>
      <dgm:t>
        <a:bodyPr/>
        <a:lstStyle/>
        <a:p>
          <a:endParaRPr lang="ru-RU" sz="4000"/>
        </a:p>
      </dgm:t>
    </dgm:pt>
    <dgm:pt modelId="{9F7F33CF-4C65-4727-A4D5-0B7FD826668F}" type="sibTrans" cxnId="{65C16D58-9D19-40FD-BB69-50B56B53A24F}">
      <dgm:prSet/>
      <dgm:spPr/>
      <dgm:t>
        <a:bodyPr/>
        <a:lstStyle/>
        <a:p>
          <a:endParaRPr lang="ru-RU" sz="4000"/>
        </a:p>
      </dgm:t>
    </dgm:pt>
    <dgm:pt modelId="{1BC63B09-BD53-4A91-A71F-9C586D415CC0}">
      <dgm:prSet custT="1"/>
      <dgm:spPr/>
      <dgm:t>
        <a:bodyPr/>
        <a:lstStyle/>
        <a:p>
          <a:pPr rtl="0"/>
          <a:r>
            <a:rPr lang="ru-RU" sz="1400" dirty="0" smtClean="0"/>
            <a:t>Системы машинного </a:t>
          </a:r>
          <a:br>
            <a:rPr lang="ru-RU" sz="1400" dirty="0" smtClean="0"/>
          </a:br>
          <a:r>
            <a:rPr lang="ru-RU" sz="1400" dirty="0" smtClean="0"/>
            <a:t>перевода</a:t>
          </a:r>
        </a:p>
      </dgm:t>
    </dgm:pt>
    <dgm:pt modelId="{80358490-0D28-4D2A-BCFC-D7F5D39E219C}" type="parTrans" cxnId="{9016FAD7-4BB0-40A3-99C1-0D654098E12A}">
      <dgm:prSet/>
      <dgm:spPr/>
      <dgm:t>
        <a:bodyPr/>
        <a:lstStyle/>
        <a:p>
          <a:endParaRPr lang="ru-RU" sz="4000"/>
        </a:p>
      </dgm:t>
    </dgm:pt>
    <dgm:pt modelId="{AD97A649-50B2-499D-A0C0-480CE7F85CF4}" type="sibTrans" cxnId="{9016FAD7-4BB0-40A3-99C1-0D654098E12A}">
      <dgm:prSet/>
      <dgm:spPr/>
      <dgm:t>
        <a:bodyPr/>
        <a:lstStyle/>
        <a:p>
          <a:endParaRPr lang="ru-RU" sz="4000"/>
        </a:p>
      </dgm:t>
    </dgm:pt>
    <dgm:pt modelId="{A020BC3F-9A49-4AA5-BAEA-FD9C3B3D90E5}">
      <dgm:prSet custT="1"/>
      <dgm:spPr/>
      <dgm:t>
        <a:bodyPr/>
        <a:lstStyle/>
        <a:p>
          <a:pPr rtl="0"/>
          <a:r>
            <a:rPr lang="ru-RU" sz="1400" dirty="0" smtClean="0"/>
            <a:t>Системы распознавания речи  </a:t>
          </a:r>
        </a:p>
      </dgm:t>
    </dgm:pt>
    <dgm:pt modelId="{B1CC0504-5D7D-493D-8CA3-36144914666B}" type="parTrans" cxnId="{831D8975-F519-4FF9-9BC8-9DAFA5DD8D55}">
      <dgm:prSet/>
      <dgm:spPr/>
      <dgm:t>
        <a:bodyPr/>
        <a:lstStyle/>
        <a:p>
          <a:endParaRPr lang="ru-RU" sz="4000"/>
        </a:p>
      </dgm:t>
    </dgm:pt>
    <dgm:pt modelId="{08F94E20-449D-4863-BFED-9BF2B825F8BB}" type="sibTrans" cxnId="{831D8975-F519-4FF9-9BC8-9DAFA5DD8D55}">
      <dgm:prSet/>
      <dgm:spPr/>
      <dgm:t>
        <a:bodyPr/>
        <a:lstStyle/>
        <a:p>
          <a:endParaRPr lang="ru-RU" sz="4000"/>
        </a:p>
      </dgm:t>
    </dgm:pt>
    <dgm:pt modelId="{65C2C103-FAB9-4018-B35C-FC6D22801B9C}">
      <dgm:prSet custT="1"/>
      <dgm:spPr/>
      <dgm:t>
        <a:bodyPr/>
        <a:lstStyle/>
        <a:p>
          <a:pPr rtl="0"/>
          <a:r>
            <a:rPr lang="ru-RU" sz="1400" dirty="0" smtClean="0"/>
            <a:t>Системы синтеза речи</a:t>
          </a:r>
        </a:p>
      </dgm:t>
    </dgm:pt>
    <dgm:pt modelId="{4268D0B9-A913-4904-9726-E9D77D846AD7}" type="parTrans" cxnId="{B619F663-0E0F-49A3-B103-F88F8E0347F2}">
      <dgm:prSet/>
      <dgm:spPr/>
      <dgm:t>
        <a:bodyPr/>
        <a:lstStyle/>
        <a:p>
          <a:endParaRPr lang="ru-RU" sz="4000"/>
        </a:p>
      </dgm:t>
    </dgm:pt>
    <dgm:pt modelId="{AA2FD43A-45ED-4FB9-A26C-1AA8BD15E399}" type="sibTrans" cxnId="{B619F663-0E0F-49A3-B103-F88F8E0347F2}">
      <dgm:prSet/>
      <dgm:spPr/>
      <dgm:t>
        <a:bodyPr/>
        <a:lstStyle/>
        <a:p>
          <a:endParaRPr lang="ru-RU" sz="4000"/>
        </a:p>
      </dgm:t>
    </dgm:pt>
    <dgm:pt modelId="{D66F75DE-CCF8-4C1F-B439-2F5906C88E3F}">
      <dgm:prSet custT="1"/>
      <dgm:spPr/>
      <dgm:t>
        <a:bodyPr/>
        <a:lstStyle/>
        <a:p>
          <a:pPr rtl="0"/>
          <a:r>
            <a:rPr lang="ru-RU" sz="1400" dirty="0" smtClean="0"/>
            <a:t>Системы реферирования </a:t>
          </a:r>
          <a:br>
            <a:rPr lang="ru-RU" sz="1400" dirty="0" smtClean="0"/>
          </a:br>
          <a:r>
            <a:rPr lang="ru-RU" sz="1400" dirty="0" smtClean="0"/>
            <a:t>текстов</a:t>
          </a:r>
        </a:p>
      </dgm:t>
    </dgm:pt>
    <dgm:pt modelId="{66EABC65-3AE1-4DE8-8F61-A0B2DB7C8A6F}" type="parTrans" cxnId="{72E6BA17-03FF-4172-9A54-0E905377CAA9}">
      <dgm:prSet/>
      <dgm:spPr/>
      <dgm:t>
        <a:bodyPr/>
        <a:lstStyle/>
        <a:p>
          <a:endParaRPr lang="ru-RU" sz="4000"/>
        </a:p>
      </dgm:t>
    </dgm:pt>
    <dgm:pt modelId="{6DFB517B-DB26-4E00-AE90-FF4C27C720C1}" type="sibTrans" cxnId="{72E6BA17-03FF-4172-9A54-0E905377CAA9}">
      <dgm:prSet/>
      <dgm:spPr/>
      <dgm:t>
        <a:bodyPr/>
        <a:lstStyle/>
        <a:p>
          <a:endParaRPr lang="ru-RU" sz="4000"/>
        </a:p>
      </dgm:t>
    </dgm:pt>
    <dgm:pt modelId="{0401963B-C5C8-4B37-AA5C-12B12EF43644}">
      <dgm:prSet custT="1"/>
      <dgm:spPr/>
      <dgm:t>
        <a:bodyPr/>
        <a:lstStyle/>
        <a:p>
          <a:pPr rtl="0"/>
          <a:r>
            <a:rPr lang="ru-RU" sz="1400" dirty="0" smtClean="0"/>
            <a:t>Естественно-языковые </a:t>
          </a:r>
          <a:br>
            <a:rPr lang="ru-RU" sz="1400" dirty="0" smtClean="0"/>
          </a:br>
          <a:r>
            <a:rPr lang="ru-RU" sz="1400" dirty="0" smtClean="0"/>
            <a:t>интерфейсы</a:t>
          </a:r>
        </a:p>
      </dgm:t>
    </dgm:pt>
    <dgm:pt modelId="{08DE5748-01B0-4305-911E-7410500C9063}" type="parTrans" cxnId="{B377F050-E75E-41B8-AAD1-C7F2D90418AC}">
      <dgm:prSet/>
      <dgm:spPr/>
      <dgm:t>
        <a:bodyPr/>
        <a:lstStyle/>
        <a:p>
          <a:endParaRPr lang="ru-RU" sz="4000"/>
        </a:p>
      </dgm:t>
    </dgm:pt>
    <dgm:pt modelId="{2384F75E-73FE-4BCE-A6A9-CF94A2FDF944}" type="sibTrans" cxnId="{B377F050-E75E-41B8-AAD1-C7F2D90418AC}">
      <dgm:prSet/>
      <dgm:spPr/>
      <dgm:t>
        <a:bodyPr/>
        <a:lstStyle/>
        <a:p>
          <a:endParaRPr lang="ru-RU" sz="4000"/>
        </a:p>
      </dgm:t>
    </dgm:pt>
    <dgm:pt modelId="{676CF353-9079-42AD-9C73-A0E3BA3F2EEB}">
      <dgm:prSet custT="1"/>
      <dgm:spPr/>
      <dgm:t>
        <a:bodyPr/>
        <a:lstStyle/>
        <a:p>
          <a:pPr rtl="0"/>
          <a:r>
            <a:rPr lang="ru-RU" sz="1600" dirty="0" smtClean="0">
              <a:effectLst>
                <a:outerShdw blurRad="38100" dist="38100" dir="2700000" algn="tl">
                  <a:srgbClr val="000000">
                    <a:alpha val="43137"/>
                  </a:srgbClr>
                </a:outerShdw>
              </a:effectLst>
            </a:rPr>
            <a:t>Распознавание образов</a:t>
          </a:r>
        </a:p>
      </dgm:t>
    </dgm:pt>
    <dgm:pt modelId="{8F474775-CA39-4035-A103-AB8222EB85BF}" type="parTrans" cxnId="{F7E0FA3F-4932-4D18-96FB-9A2B111714A5}">
      <dgm:prSet/>
      <dgm:spPr/>
      <dgm:t>
        <a:bodyPr/>
        <a:lstStyle/>
        <a:p>
          <a:endParaRPr lang="ru-RU" sz="4000"/>
        </a:p>
      </dgm:t>
    </dgm:pt>
    <dgm:pt modelId="{49BEFBDC-D103-4236-80C9-6690D6CAF108}" type="sibTrans" cxnId="{F7E0FA3F-4932-4D18-96FB-9A2B111714A5}">
      <dgm:prSet/>
      <dgm:spPr/>
      <dgm:t>
        <a:bodyPr/>
        <a:lstStyle/>
        <a:p>
          <a:endParaRPr lang="ru-RU" sz="4000"/>
        </a:p>
      </dgm:t>
    </dgm:pt>
    <dgm:pt modelId="{3FD18506-5F88-428E-B42F-A243C8681598}">
      <dgm:prSet custT="1"/>
      <dgm:spPr/>
      <dgm:t>
        <a:bodyPr/>
        <a:lstStyle/>
        <a:p>
          <a:pPr rtl="0"/>
          <a:r>
            <a:rPr lang="ru-RU" sz="1400" dirty="0" smtClean="0"/>
            <a:t>Системы распознавания текста </a:t>
          </a:r>
        </a:p>
      </dgm:t>
    </dgm:pt>
    <dgm:pt modelId="{46C08A11-D2F1-4975-A385-E3D8F597A0D8}" type="parTrans" cxnId="{A7D7DFF3-61E3-4FB1-9732-BF0C74F3D462}">
      <dgm:prSet/>
      <dgm:spPr/>
      <dgm:t>
        <a:bodyPr/>
        <a:lstStyle/>
        <a:p>
          <a:endParaRPr lang="ru-RU" sz="4000"/>
        </a:p>
      </dgm:t>
    </dgm:pt>
    <dgm:pt modelId="{9E7BEE6E-43AB-425C-A021-6F5ED87A6C04}" type="sibTrans" cxnId="{A7D7DFF3-61E3-4FB1-9732-BF0C74F3D462}">
      <dgm:prSet/>
      <dgm:spPr/>
      <dgm:t>
        <a:bodyPr/>
        <a:lstStyle/>
        <a:p>
          <a:endParaRPr lang="ru-RU" sz="4000"/>
        </a:p>
      </dgm:t>
    </dgm:pt>
    <dgm:pt modelId="{21E333E8-D0AA-4BB1-B080-2DC24E0A5885}">
      <dgm:prSet custT="1"/>
      <dgm:spPr/>
      <dgm:t>
        <a:bodyPr/>
        <a:lstStyle/>
        <a:p>
          <a:pPr rtl="0"/>
          <a:r>
            <a:rPr lang="ru-RU" sz="1400" dirty="0" smtClean="0"/>
            <a:t>Системы идентификации (по голосу, сетчатке и т.д.)</a:t>
          </a:r>
        </a:p>
      </dgm:t>
    </dgm:pt>
    <dgm:pt modelId="{9D3AC6F8-DAB6-4A60-8882-F1F6104D846C}" type="parTrans" cxnId="{62453F75-33B4-43A8-AD84-435DB6A27453}">
      <dgm:prSet/>
      <dgm:spPr/>
      <dgm:t>
        <a:bodyPr/>
        <a:lstStyle/>
        <a:p>
          <a:endParaRPr lang="ru-RU" sz="4000"/>
        </a:p>
      </dgm:t>
    </dgm:pt>
    <dgm:pt modelId="{3AF752F7-7DF8-40C3-B654-885E89B61CD0}" type="sibTrans" cxnId="{62453F75-33B4-43A8-AD84-435DB6A27453}">
      <dgm:prSet/>
      <dgm:spPr/>
      <dgm:t>
        <a:bodyPr/>
        <a:lstStyle/>
        <a:p>
          <a:endParaRPr lang="ru-RU" sz="4000"/>
        </a:p>
      </dgm:t>
    </dgm:pt>
    <dgm:pt modelId="{09FC0D84-A72F-40E9-8F79-EE785EE03FB0}">
      <dgm:prSet custT="1"/>
      <dgm:spPr/>
      <dgm:t>
        <a:bodyPr/>
        <a:lstStyle/>
        <a:p>
          <a:pPr rtl="0"/>
          <a:r>
            <a:rPr lang="ru-RU" sz="1400" dirty="0" smtClean="0"/>
            <a:t>Системы поиска (изображений, людей и т.д.)</a:t>
          </a:r>
        </a:p>
      </dgm:t>
    </dgm:pt>
    <dgm:pt modelId="{A3F97E12-F049-42E8-A329-9DB208E5D580}" type="parTrans" cxnId="{C5896A25-8225-4CEF-BB35-4812D15B7EA3}">
      <dgm:prSet/>
      <dgm:spPr/>
      <dgm:t>
        <a:bodyPr/>
        <a:lstStyle/>
        <a:p>
          <a:endParaRPr lang="ru-RU" sz="4000"/>
        </a:p>
      </dgm:t>
    </dgm:pt>
    <dgm:pt modelId="{226A59CA-DE5A-441B-B30F-67608546CCFE}" type="sibTrans" cxnId="{C5896A25-8225-4CEF-BB35-4812D15B7EA3}">
      <dgm:prSet/>
      <dgm:spPr/>
      <dgm:t>
        <a:bodyPr/>
        <a:lstStyle/>
        <a:p>
          <a:endParaRPr lang="ru-RU" sz="4000"/>
        </a:p>
      </dgm:t>
    </dgm:pt>
    <dgm:pt modelId="{E7AB3792-752F-416D-B6A8-E14C34FAF644}">
      <dgm:prSet custT="1"/>
      <dgm:spPr/>
      <dgm:t>
        <a:bodyPr/>
        <a:lstStyle/>
        <a:p>
          <a:pPr rtl="0"/>
          <a:r>
            <a:rPr lang="ru-RU" sz="1600" dirty="0" smtClean="0">
              <a:effectLst>
                <a:outerShdw blurRad="38100" dist="38100" dir="2700000" algn="tl">
                  <a:srgbClr val="000000">
                    <a:alpha val="43137"/>
                  </a:srgbClr>
                </a:outerShdw>
              </a:effectLst>
            </a:rPr>
            <a:t>Игры и творчество</a:t>
          </a:r>
        </a:p>
      </dgm:t>
    </dgm:pt>
    <dgm:pt modelId="{F1C2010C-6143-4582-811B-D2FB3133CE24}" type="parTrans" cxnId="{6CC341C4-D0A4-4FA0-BE57-C8295A28C02A}">
      <dgm:prSet/>
      <dgm:spPr/>
      <dgm:t>
        <a:bodyPr/>
        <a:lstStyle/>
        <a:p>
          <a:endParaRPr lang="ru-RU" sz="4000"/>
        </a:p>
      </dgm:t>
    </dgm:pt>
    <dgm:pt modelId="{5EA4260F-A95D-40EB-A0D7-F4978D69031B}" type="sibTrans" cxnId="{6CC341C4-D0A4-4FA0-BE57-C8295A28C02A}">
      <dgm:prSet/>
      <dgm:spPr/>
      <dgm:t>
        <a:bodyPr/>
        <a:lstStyle/>
        <a:p>
          <a:endParaRPr lang="ru-RU" sz="4000"/>
        </a:p>
      </dgm:t>
    </dgm:pt>
    <dgm:pt modelId="{05F90DEB-AE3C-44C1-9DD2-E57BC42A926C}">
      <dgm:prSet custT="1"/>
      <dgm:spPr/>
      <dgm:t>
        <a:bodyPr/>
        <a:lstStyle/>
        <a:p>
          <a:pPr rtl="0"/>
          <a:r>
            <a:rPr lang="ru-RU" sz="1400" dirty="0" smtClean="0"/>
            <a:t>Компьютер</a:t>
          </a:r>
        </a:p>
        <a:p>
          <a:pPr rtl="0"/>
          <a:r>
            <a:rPr lang="ru-RU" sz="1400" dirty="0" err="1" smtClean="0"/>
            <a:t>ные</a:t>
          </a:r>
          <a:r>
            <a:rPr lang="ru-RU" sz="1400" dirty="0" smtClean="0"/>
            <a:t> игры (боты, </a:t>
          </a:r>
          <a:br>
            <a:rPr lang="ru-RU" sz="1400" dirty="0" smtClean="0"/>
          </a:br>
          <a:r>
            <a:rPr lang="ru-RU" sz="1400" dirty="0" smtClean="0"/>
            <a:t>разработки игр)</a:t>
          </a:r>
        </a:p>
      </dgm:t>
    </dgm:pt>
    <dgm:pt modelId="{BCFCE94E-4BB8-4E4F-A555-1D9FFC8A197E}" type="parTrans" cxnId="{14788D55-4576-4276-9A54-8AE152C1FBF2}">
      <dgm:prSet/>
      <dgm:spPr/>
      <dgm:t>
        <a:bodyPr/>
        <a:lstStyle/>
        <a:p>
          <a:endParaRPr lang="ru-RU" sz="4000"/>
        </a:p>
      </dgm:t>
    </dgm:pt>
    <dgm:pt modelId="{BF661419-4E8C-4C1A-A3D2-F9DE4F3A5170}" type="sibTrans" cxnId="{14788D55-4576-4276-9A54-8AE152C1FBF2}">
      <dgm:prSet/>
      <dgm:spPr/>
      <dgm:t>
        <a:bodyPr/>
        <a:lstStyle/>
        <a:p>
          <a:endParaRPr lang="ru-RU" sz="4000"/>
        </a:p>
      </dgm:t>
    </dgm:pt>
    <dgm:pt modelId="{F52FBE81-D141-4231-90EA-324F28345733}">
      <dgm:prSet custT="1"/>
      <dgm:spPr/>
      <dgm:t>
        <a:bodyPr/>
        <a:lstStyle/>
        <a:p>
          <a:pPr rtl="0"/>
          <a:r>
            <a:rPr lang="ru-RU" sz="1400" dirty="0" smtClean="0"/>
            <a:t>Системы генерации (музыки, </a:t>
          </a:r>
          <a:br>
            <a:rPr lang="ru-RU" sz="1400" dirty="0" smtClean="0"/>
          </a:br>
          <a:r>
            <a:rPr lang="ru-RU" sz="1400" dirty="0" smtClean="0"/>
            <a:t>текстов, изображений)</a:t>
          </a:r>
        </a:p>
      </dgm:t>
    </dgm:pt>
    <dgm:pt modelId="{AD253BFD-1AB0-46CA-ADB3-EB87BF48E39D}" type="parTrans" cxnId="{E74CD560-2874-406E-A38E-50E87C5BCB6C}">
      <dgm:prSet/>
      <dgm:spPr/>
      <dgm:t>
        <a:bodyPr/>
        <a:lstStyle/>
        <a:p>
          <a:endParaRPr lang="ru-RU" sz="4000"/>
        </a:p>
      </dgm:t>
    </dgm:pt>
    <dgm:pt modelId="{D3AF78C5-E9CD-47B4-B83D-C873A15F77BA}" type="sibTrans" cxnId="{E74CD560-2874-406E-A38E-50E87C5BCB6C}">
      <dgm:prSet/>
      <dgm:spPr/>
      <dgm:t>
        <a:bodyPr/>
        <a:lstStyle/>
        <a:p>
          <a:endParaRPr lang="ru-RU" sz="4000"/>
        </a:p>
      </dgm:t>
    </dgm:pt>
    <dgm:pt modelId="{BFD5A063-59B5-447B-94EF-E6B7D1FD1F7B}">
      <dgm:prSet custT="1"/>
      <dgm:spPr/>
      <dgm:t>
        <a:bodyPr/>
        <a:lstStyle/>
        <a:p>
          <a:pPr rtl="0"/>
          <a:r>
            <a:rPr lang="ru-RU" sz="1500" dirty="0" smtClean="0">
              <a:effectLst>
                <a:outerShdw blurRad="38100" dist="38100" dir="2700000" algn="tl">
                  <a:srgbClr val="000000">
                    <a:alpha val="43137"/>
                  </a:srgbClr>
                </a:outerShdw>
              </a:effectLst>
            </a:rPr>
            <a:t>Системы разработки интеллектуальных систем</a:t>
          </a:r>
        </a:p>
      </dgm:t>
    </dgm:pt>
    <dgm:pt modelId="{4ABAC048-C128-4F59-AFC0-F44B3EC5988B}" type="parTrans" cxnId="{4B94AD77-AC4D-4A1E-A796-354856BAF65F}">
      <dgm:prSet/>
      <dgm:spPr/>
      <dgm:t>
        <a:bodyPr/>
        <a:lstStyle/>
        <a:p>
          <a:endParaRPr lang="ru-RU" sz="4000"/>
        </a:p>
      </dgm:t>
    </dgm:pt>
    <dgm:pt modelId="{3103D957-6F89-4D1C-B9D9-4193E28F26D9}" type="sibTrans" cxnId="{4B94AD77-AC4D-4A1E-A796-354856BAF65F}">
      <dgm:prSet/>
      <dgm:spPr/>
      <dgm:t>
        <a:bodyPr/>
        <a:lstStyle/>
        <a:p>
          <a:endParaRPr lang="ru-RU" sz="4000"/>
        </a:p>
      </dgm:t>
    </dgm:pt>
    <dgm:pt modelId="{55C9ADE5-D7EE-460D-9F09-263EE98093D0}">
      <dgm:prSet custT="1"/>
      <dgm:spPr/>
      <dgm:t>
        <a:bodyPr/>
        <a:lstStyle/>
        <a:p>
          <a:pPr rtl="0"/>
          <a:r>
            <a:rPr lang="ru-RU" sz="1400" dirty="0" smtClean="0"/>
            <a:t>Языки искусственного </a:t>
          </a:r>
          <a:br>
            <a:rPr lang="ru-RU" sz="1400" dirty="0" smtClean="0"/>
          </a:br>
          <a:r>
            <a:rPr lang="ru-RU" sz="1400" dirty="0" smtClean="0"/>
            <a:t>интеллекта</a:t>
          </a:r>
        </a:p>
      </dgm:t>
    </dgm:pt>
    <dgm:pt modelId="{AAA040CA-1E7B-4416-8E05-CF399D7711D8}" type="parTrans" cxnId="{BF450D7E-E47C-4775-8DC9-A02D17DE763D}">
      <dgm:prSet/>
      <dgm:spPr/>
      <dgm:t>
        <a:bodyPr/>
        <a:lstStyle/>
        <a:p>
          <a:endParaRPr lang="ru-RU" sz="4000"/>
        </a:p>
      </dgm:t>
    </dgm:pt>
    <dgm:pt modelId="{6D6068CE-EA7A-4B61-BAD7-75020A1ABFA6}" type="sibTrans" cxnId="{BF450D7E-E47C-4775-8DC9-A02D17DE763D}">
      <dgm:prSet/>
      <dgm:spPr/>
      <dgm:t>
        <a:bodyPr/>
        <a:lstStyle/>
        <a:p>
          <a:endParaRPr lang="ru-RU" sz="4000"/>
        </a:p>
      </dgm:t>
    </dgm:pt>
    <dgm:pt modelId="{10366EA2-50CC-49C1-88B8-10989A5F91AB}">
      <dgm:prSet custT="1"/>
      <dgm:spPr/>
      <dgm:t>
        <a:bodyPr/>
        <a:lstStyle/>
        <a:p>
          <a:pPr rtl="0"/>
          <a:r>
            <a:rPr lang="ru-RU" sz="1400" dirty="0" smtClean="0"/>
            <a:t>Аппаратно-программные платформы (архитектуры компьютера)</a:t>
          </a:r>
        </a:p>
      </dgm:t>
    </dgm:pt>
    <dgm:pt modelId="{3F80D997-79F5-4239-B3CB-119CC8CF4689}" type="parTrans" cxnId="{B83524DC-EE30-4345-9836-A9AE907CA85B}">
      <dgm:prSet/>
      <dgm:spPr/>
      <dgm:t>
        <a:bodyPr/>
        <a:lstStyle/>
        <a:p>
          <a:endParaRPr lang="ru-RU" sz="4000"/>
        </a:p>
      </dgm:t>
    </dgm:pt>
    <dgm:pt modelId="{EE85935E-E379-472F-804E-AACA2C34A744}" type="sibTrans" cxnId="{B83524DC-EE30-4345-9836-A9AE907CA85B}">
      <dgm:prSet/>
      <dgm:spPr/>
      <dgm:t>
        <a:bodyPr/>
        <a:lstStyle/>
        <a:p>
          <a:endParaRPr lang="ru-RU" sz="4000"/>
        </a:p>
      </dgm:t>
    </dgm:pt>
    <dgm:pt modelId="{2E239A0C-91AC-45CA-9368-5B4878F74BF5}">
      <dgm:prSet custT="1"/>
      <dgm:spPr/>
      <dgm:t>
        <a:bodyPr/>
        <a:lstStyle/>
        <a:p>
          <a:pPr rtl="0"/>
          <a:r>
            <a:rPr lang="ru-RU" sz="1400" dirty="0" smtClean="0"/>
            <a:t>Среды разработки </a:t>
          </a:r>
          <a:br>
            <a:rPr lang="ru-RU" sz="1400" dirty="0" smtClean="0"/>
          </a:br>
          <a:r>
            <a:rPr lang="ru-RU" sz="1400" dirty="0" smtClean="0"/>
            <a:t>интеллектуальных систем</a:t>
          </a:r>
        </a:p>
      </dgm:t>
    </dgm:pt>
    <dgm:pt modelId="{B1F53B27-A58B-4F7D-B59B-7EA7E104B228}" type="parTrans" cxnId="{24A80868-B7FF-490B-B6C3-B379F138E816}">
      <dgm:prSet/>
      <dgm:spPr/>
      <dgm:t>
        <a:bodyPr/>
        <a:lstStyle/>
        <a:p>
          <a:endParaRPr lang="ru-RU" sz="4000"/>
        </a:p>
      </dgm:t>
    </dgm:pt>
    <dgm:pt modelId="{8CAFBE48-FAEE-47DF-A5F6-F0AB970AB372}" type="sibTrans" cxnId="{24A80868-B7FF-490B-B6C3-B379F138E816}">
      <dgm:prSet/>
      <dgm:spPr/>
      <dgm:t>
        <a:bodyPr/>
        <a:lstStyle/>
        <a:p>
          <a:endParaRPr lang="ru-RU" sz="4000"/>
        </a:p>
      </dgm:t>
    </dgm:pt>
    <dgm:pt modelId="{6ADC87D0-6DFA-495E-A75B-F527DDE2B621}" type="pres">
      <dgm:prSet presAssocID="{97469CD5-7B1F-4B6B-B4F0-FE4E9AFE711A}" presName="hierChild1" presStyleCnt="0">
        <dgm:presLayoutVars>
          <dgm:orgChart val="1"/>
          <dgm:chPref val="1"/>
          <dgm:dir/>
          <dgm:animOne val="branch"/>
          <dgm:animLvl val="lvl"/>
          <dgm:resizeHandles/>
        </dgm:presLayoutVars>
      </dgm:prSet>
      <dgm:spPr/>
    </dgm:pt>
    <dgm:pt modelId="{0EF6AEB2-CA2B-4445-8A2B-C964DF1F8A5F}" type="pres">
      <dgm:prSet presAssocID="{67311CB3-109C-46B9-B76F-37F09BC87FB8}" presName="hierRoot1" presStyleCnt="0">
        <dgm:presLayoutVars>
          <dgm:hierBranch val="init"/>
        </dgm:presLayoutVars>
      </dgm:prSet>
      <dgm:spPr/>
    </dgm:pt>
    <dgm:pt modelId="{0F7ABB41-3236-4BEC-80EE-85590D4981FA}" type="pres">
      <dgm:prSet presAssocID="{67311CB3-109C-46B9-B76F-37F09BC87FB8}" presName="rootComposite1" presStyleCnt="0"/>
      <dgm:spPr/>
    </dgm:pt>
    <dgm:pt modelId="{55972A7D-851D-4CD9-89C5-1F48E5202094}" type="pres">
      <dgm:prSet presAssocID="{67311CB3-109C-46B9-B76F-37F09BC87FB8}" presName="rootText1" presStyleLbl="node0" presStyleIdx="0" presStyleCnt="1" custScaleX="405006">
        <dgm:presLayoutVars>
          <dgm:chPref val="3"/>
        </dgm:presLayoutVars>
      </dgm:prSet>
      <dgm:spPr/>
      <dgm:t>
        <a:bodyPr/>
        <a:lstStyle/>
        <a:p>
          <a:endParaRPr lang="ru-RU"/>
        </a:p>
      </dgm:t>
    </dgm:pt>
    <dgm:pt modelId="{5FF99F5E-9853-4F94-92A6-39287225F4E4}" type="pres">
      <dgm:prSet presAssocID="{67311CB3-109C-46B9-B76F-37F09BC87FB8}" presName="rootConnector1" presStyleLbl="node1" presStyleIdx="0" presStyleCnt="0"/>
      <dgm:spPr/>
      <dgm:t>
        <a:bodyPr/>
        <a:lstStyle/>
        <a:p>
          <a:endParaRPr lang="ru-RU"/>
        </a:p>
      </dgm:t>
    </dgm:pt>
    <dgm:pt modelId="{2D240F32-F6D1-4D3E-B879-1355476ACD56}" type="pres">
      <dgm:prSet presAssocID="{67311CB3-109C-46B9-B76F-37F09BC87FB8}" presName="hierChild2" presStyleCnt="0"/>
      <dgm:spPr/>
    </dgm:pt>
    <dgm:pt modelId="{9693B11A-4FF9-4395-85B2-3F30B571C3C2}" type="pres">
      <dgm:prSet presAssocID="{FE80C27D-D330-45ED-802E-9CC9A1C600AD}" presName="Name37" presStyleLbl="parChTrans1D2" presStyleIdx="0" presStyleCnt="5"/>
      <dgm:spPr/>
      <dgm:t>
        <a:bodyPr/>
        <a:lstStyle/>
        <a:p>
          <a:endParaRPr lang="ru-RU"/>
        </a:p>
      </dgm:t>
    </dgm:pt>
    <dgm:pt modelId="{8434A4ED-3E0B-4B44-8C3A-5F2B5DCE8DD3}" type="pres">
      <dgm:prSet presAssocID="{D1B518AB-E39E-4446-8DBA-F9C2751218AE}" presName="hierRoot2" presStyleCnt="0">
        <dgm:presLayoutVars>
          <dgm:hierBranch val="init"/>
        </dgm:presLayoutVars>
      </dgm:prSet>
      <dgm:spPr/>
    </dgm:pt>
    <dgm:pt modelId="{7C661F74-EA00-4113-9B89-6BCC370970AD}" type="pres">
      <dgm:prSet presAssocID="{D1B518AB-E39E-4446-8DBA-F9C2751218AE}" presName="rootComposite" presStyleCnt="0"/>
      <dgm:spPr/>
    </dgm:pt>
    <dgm:pt modelId="{AC1A128A-E772-466F-92D4-01DBFFA4947E}" type="pres">
      <dgm:prSet presAssocID="{D1B518AB-E39E-4446-8DBA-F9C2751218AE}" presName="rootText" presStyleLbl="node2" presStyleIdx="0" presStyleCnt="5" custScaleX="128774" custScaleY="132650">
        <dgm:presLayoutVars>
          <dgm:chPref val="3"/>
        </dgm:presLayoutVars>
      </dgm:prSet>
      <dgm:spPr/>
      <dgm:t>
        <a:bodyPr/>
        <a:lstStyle/>
        <a:p>
          <a:endParaRPr lang="ru-RU"/>
        </a:p>
      </dgm:t>
    </dgm:pt>
    <dgm:pt modelId="{4A80E1E5-A2B5-450D-A9C9-A3C04018C3F4}" type="pres">
      <dgm:prSet presAssocID="{D1B518AB-E39E-4446-8DBA-F9C2751218AE}" presName="rootConnector" presStyleLbl="node2" presStyleIdx="0" presStyleCnt="5"/>
      <dgm:spPr/>
      <dgm:t>
        <a:bodyPr/>
        <a:lstStyle/>
        <a:p>
          <a:endParaRPr lang="ru-RU"/>
        </a:p>
      </dgm:t>
    </dgm:pt>
    <dgm:pt modelId="{DDC7E36A-0801-4843-9068-0119CACB43F6}" type="pres">
      <dgm:prSet presAssocID="{D1B518AB-E39E-4446-8DBA-F9C2751218AE}" presName="hierChild4" presStyleCnt="0"/>
      <dgm:spPr/>
    </dgm:pt>
    <dgm:pt modelId="{38302DF3-DE7D-437B-82FC-5EC6468F14E7}" type="pres">
      <dgm:prSet presAssocID="{5CBC27ED-1287-4952-80D3-613D1E53ED49}" presName="Name37" presStyleLbl="parChTrans1D3" presStyleIdx="0" presStyleCnt="18"/>
      <dgm:spPr/>
      <dgm:t>
        <a:bodyPr/>
        <a:lstStyle/>
        <a:p>
          <a:endParaRPr lang="ru-RU"/>
        </a:p>
      </dgm:t>
    </dgm:pt>
    <dgm:pt modelId="{D0F7EB7B-71EB-4E70-8B11-20A4BD77D7D3}" type="pres">
      <dgm:prSet presAssocID="{E88B8E74-60B3-4978-9B85-0C1C7340F8B8}" presName="hierRoot2" presStyleCnt="0">
        <dgm:presLayoutVars>
          <dgm:hierBranch val="init"/>
        </dgm:presLayoutVars>
      </dgm:prSet>
      <dgm:spPr/>
    </dgm:pt>
    <dgm:pt modelId="{FA0E8043-90EF-4896-955C-B79F4B3419DF}" type="pres">
      <dgm:prSet presAssocID="{E88B8E74-60B3-4978-9B85-0C1C7340F8B8}" presName="rootComposite" presStyleCnt="0"/>
      <dgm:spPr/>
    </dgm:pt>
    <dgm:pt modelId="{C2C14C46-24E6-4AEE-B3CF-22361CACB76D}" type="pres">
      <dgm:prSet presAssocID="{E88B8E74-60B3-4978-9B85-0C1C7340F8B8}" presName="rootText" presStyleLbl="node3" presStyleIdx="0" presStyleCnt="18">
        <dgm:presLayoutVars>
          <dgm:chPref val="3"/>
        </dgm:presLayoutVars>
      </dgm:prSet>
      <dgm:spPr/>
      <dgm:t>
        <a:bodyPr/>
        <a:lstStyle/>
        <a:p>
          <a:endParaRPr lang="ru-RU"/>
        </a:p>
      </dgm:t>
    </dgm:pt>
    <dgm:pt modelId="{6741B40F-68DC-4A4C-8FC6-C5BA40B110E6}" type="pres">
      <dgm:prSet presAssocID="{E88B8E74-60B3-4978-9B85-0C1C7340F8B8}" presName="rootConnector" presStyleLbl="node3" presStyleIdx="0" presStyleCnt="18"/>
      <dgm:spPr/>
      <dgm:t>
        <a:bodyPr/>
        <a:lstStyle/>
        <a:p>
          <a:endParaRPr lang="ru-RU"/>
        </a:p>
      </dgm:t>
    </dgm:pt>
    <dgm:pt modelId="{3394EB46-A49D-41CC-979A-B312366F401C}" type="pres">
      <dgm:prSet presAssocID="{E88B8E74-60B3-4978-9B85-0C1C7340F8B8}" presName="hierChild4" presStyleCnt="0"/>
      <dgm:spPr/>
    </dgm:pt>
    <dgm:pt modelId="{DB9B3DE9-BD1E-44F0-B201-78A8403150A4}" type="pres">
      <dgm:prSet presAssocID="{E88B8E74-60B3-4978-9B85-0C1C7340F8B8}" presName="hierChild5" presStyleCnt="0"/>
      <dgm:spPr/>
    </dgm:pt>
    <dgm:pt modelId="{7DE86A1E-818C-4E00-A728-0C96555A30F5}" type="pres">
      <dgm:prSet presAssocID="{A5A791D8-6008-4E2C-9070-DB16F81A22DC}" presName="Name37" presStyleLbl="parChTrans1D3" presStyleIdx="1" presStyleCnt="18"/>
      <dgm:spPr/>
      <dgm:t>
        <a:bodyPr/>
        <a:lstStyle/>
        <a:p>
          <a:endParaRPr lang="ru-RU"/>
        </a:p>
      </dgm:t>
    </dgm:pt>
    <dgm:pt modelId="{CA9A5F19-5098-4726-8169-50A3AC693108}" type="pres">
      <dgm:prSet presAssocID="{B139113E-9EF2-4FA8-AC3D-7EDED780A863}" presName="hierRoot2" presStyleCnt="0">
        <dgm:presLayoutVars>
          <dgm:hierBranch val="init"/>
        </dgm:presLayoutVars>
      </dgm:prSet>
      <dgm:spPr/>
    </dgm:pt>
    <dgm:pt modelId="{E90D601D-8C1A-4E8E-933F-F75952D92A1F}" type="pres">
      <dgm:prSet presAssocID="{B139113E-9EF2-4FA8-AC3D-7EDED780A863}" presName="rootComposite" presStyleCnt="0"/>
      <dgm:spPr/>
    </dgm:pt>
    <dgm:pt modelId="{EF635200-9312-43C1-8DBB-7B604D616EB9}" type="pres">
      <dgm:prSet presAssocID="{B139113E-9EF2-4FA8-AC3D-7EDED780A863}" presName="rootText" presStyleLbl="node3" presStyleIdx="1" presStyleCnt="18">
        <dgm:presLayoutVars>
          <dgm:chPref val="3"/>
        </dgm:presLayoutVars>
      </dgm:prSet>
      <dgm:spPr/>
      <dgm:t>
        <a:bodyPr/>
        <a:lstStyle/>
        <a:p>
          <a:endParaRPr lang="ru-RU"/>
        </a:p>
      </dgm:t>
    </dgm:pt>
    <dgm:pt modelId="{59F5DC81-9F00-48B1-94E8-E080C3111CDD}" type="pres">
      <dgm:prSet presAssocID="{B139113E-9EF2-4FA8-AC3D-7EDED780A863}" presName="rootConnector" presStyleLbl="node3" presStyleIdx="1" presStyleCnt="18"/>
      <dgm:spPr/>
      <dgm:t>
        <a:bodyPr/>
        <a:lstStyle/>
        <a:p>
          <a:endParaRPr lang="ru-RU"/>
        </a:p>
      </dgm:t>
    </dgm:pt>
    <dgm:pt modelId="{88D15C23-8863-4AA3-BB5C-133084BC614C}" type="pres">
      <dgm:prSet presAssocID="{B139113E-9EF2-4FA8-AC3D-7EDED780A863}" presName="hierChild4" presStyleCnt="0"/>
      <dgm:spPr/>
    </dgm:pt>
    <dgm:pt modelId="{E70AC866-AD5E-4DED-BD2F-13AF36DBBCF5}" type="pres">
      <dgm:prSet presAssocID="{B139113E-9EF2-4FA8-AC3D-7EDED780A863}" presName="hierChild5" presStyleCnt="0"/>
      <dgm:spPr/>
    </dgm:pt>
    <dgm:pt modelId="{ACB5B920-1437-4F5C-92B4-117AEF48EC12}" type="pres">
      <dgm:prSet presAssocID="{9F3AFED8-2FE6-4A55-BAB1-4AA0D327EE2B}" presName="Name37" presStyleLbl="parChTrans1D3" presStyleIdx="2" presStyleCnt="18"/>
      <dgm:spPr/>
      <dgm:t>
        <a:bodyPr/>
        <a:lstStyle/>
        <a:p>
          <a:endParaRPr lang="ru-RU"/>
        </a:p>
      </dgm:t>
    </dgm:pt>
    <dgm:pt modelId="{136A8680-4141-4707-9235-CF537BBCA6BE}" type="pres">
      <dgm:prSet presAssocID="{FC21C93D-DC85-48D8-86DB-05D0F08AC0E5}" presName="hierRoot2" presStyleCnt="0">
        <dgm:presLayoutVars>
          <dgm:hierBranch val="init"/>
        </dgm:presLayoutVars>
      </dgm:prSet>
      <dgm:spPr/>
    </dgm:pt>
    <dgm:pt modelId="{1516CDE2-EF33-4731-B77B-CF4528AFFDD1}" type="pres">
      <dgm:prSet presAssocID="{FC21C93D-DC85-48D8-86DB-05D0F08AC0E5}" presName="rootComposite" presStyleCnt="0"/>
      <dgm:spPr/>
    </dgm:pt>
    <dgm:pt modelId="{2EE170BA-AB81-4F81-82DF-0D03D8693A13}" type="pres">
      <dgm:prSet presAssocID="{FC21C93D-DC85-48D8-86DB-05D0F08AC0E5}" presName="rootText" presStyleLbl="node3" presStyleIdx="2" presStyleCnt="18">
        <dgm:presLayoutVars>
          <dgm:chPref val="3"/>
        </dgm:presLayoutVars>
      </dgm:prSet>
      <dgm:spPr/>
      <dgm:t>
        <a:bodyPr/>
        <a:lstStyle/>
        <a:p>
          <a:endParaRPr lang="ru-RU"/>
        </a:p>
      </dgm:t>
    </dgm:pt>
    <dgm:pt modelId="{84EB111F-D658-4ECD-9CFF-26E3ED93B6C1}" type="pres">
      <dgm:prSet presAssocID="{FC21C93D-DC85-48D8-86DB-05D0F08AC0E5}" presName="rootConnector" presStyleLbl="node3" presStyleIdx="2" presStyleCnt="18"/>
      <dgm:spPr/>
      <dgm:t>
        <a:bodyPr/>
        <a:lstStyle/>
        <a:p>
          <a:endParaRPr lang="ru-RU"/>
        </a:p>
      </dgm:t>
    </dgm:pt>
    <dgm:pt modelId="{BF3C74D0-5DCD-4224-911D-87F3DEFF08D8}" type="pres">
      <dgm:prSet presAssocID="{FC21C93D-DC85-48D8-86DB-05D0F08AC0E5}" presName="hierChild4" presStyleCnt="0"/>
      <dgm:spPr/>
    </dgm:pt>
    <dgm:pt modelId="{F436A40F-BA81-43B7-AA38-3E9B81E5845B}" type="pres">
      <dgm:prSet presAssocID="{FC21C93D-DC85-48D8-86DB-05D0F08AC0E5}" presName="hierChild5" presStyleCnt="0"/>
      <dgm:spPr/>
    </dgm:pt>
    <dgm:pt modelId="{A5B61482-6416-4076-8E39-F807282DF1A6}" type="pres">
      <dgm:prSet presAssocID="{B0E710B2-6E8C-4E16-88DF-7E16B502B811}" presName="Name37" presStyleLbl="parChTrans1D3" presStyleIdx="3" presStyleCnt="18"/>
      <dgm:spPr/>
      <dgm:t>
        <a:bodyPr/>
        <a:lstStyle/>
        <a:p>
          <a:endParaRPr lang="ru-RU"/>
        </a:p>
      </dgm:t>
    </dgm:pt>
    <dgm:pt modelId="{50DE8044-7E2B-451C-BAA5-4A5A92960962}" type="pres">
      <dgm:prSet presAssocID="{C81D7892-EBD5-48B6-B681-02DCB45EE6B8}" presName="hierRoot2" presStyleCnt="0">
        <dgm:presLayoutVars>
          <dgm:hierBranch val="init"/>
        </dgm:presLayoutVars>
      </dgm:prSet>
      <dgm:spPr/>
    </dgm:pt>
    <dgm:pt modelId="{AC994A52-18F6-475C-B560-215013479A92}" type="pres">
      <dgm:prSet presAssocID="{C81D7892-EBD5-48B6-B681-02DCB45EE6B8}" presName="rootComposite" presStyleCnt="0"/>
      <dgm:spPr/>
    </dgm:pt>
    <dgm:pt modelId="{53FF81C4-1B07-4867-85E9-E7BFA1D8BE29}" type="pres">
      <dgm:prSet presAssocID="{C81D7892-EBD5-48B6-B681-02DCB45EE6B8}" presName="rootText" presStyleLbl="node3" presStyleIdx="3" presStyleCnt="18" custScaleX="97166" custScaleY="154300">
        <dgm:presLayoutVars>
          <dgm:chPref val="3"/>
        </dgm:presLayoutVars>
      </dgm:prSet>
      <dgm:spPr/>
      <dgm:t>
        <a:bodyPr/>
        <a:lstStyle/>
        <a:p>
          <a:endParaRPr lang="ru-RU"/>
        </a:p>
      </dgm:t>
    </dgm:pt>
    <dgm:pt modelId="{25126E13-4C6E-4F3F-9B45-A15CEAE23145}" type="pres">
      <dgm:prSet presAssocID="{C81D7892-EBD5-48B6-B681-02DCB45EE6B8}" presName="rootConnector" presStyleLbl="node3" presStyleIdx="3" presStyleCnt="18"/>
      <dgm:spPr/>
      <dgm:t>
        <a:bodyPr/>
        <a:lstStyle/>
        <a:p>
          <a:endParaRPr lang="ru-RU"/>
        </a:p>
      </dgm:t>
    </dgm:pt>
    <dgm:pt modelId="{CA0AC819-C202-4454-B598-966C8A234DC2}" type="pres">
      <dgm:prSet presAssocID="{C81D7892-EBD5-48B6-B681-02DCB45EE6B8}" presName="hierChild4" presStyleCnt="0"/>
      <dgm:spPr/>
    </dgm:pt>
    <dgm:pt modelId="{EBF5C37D-4DA1-4D60-B535-4F2B626BB5A3}" type="pres">
      <dgm:prSet presAssocID="{C81D7892-EBD5-48B6-B681-02DCB45EE6B8}" presName="hierChild5" presStyleCnt="0"/>
      <dgm:spPr/>
    </dgm:pt>
    <dgm:pt modelId="{4919AFBF-B11A-4637-8686-5A9DC254117F}" type="pres">
      <dgm:prSet presAssocID="{1B1742E4-563C-4127-8CAF-F9EAE51524C1}" presName="Name37" presStyleLbl="parChTrans1D3" presStyleIdx="4" presStyleCnt="18"/>
      <dgm:spPr/>
      <dgm:t>
        <a:bodyPr/>
        <a:lstStyle/>
        <a:p>
          <a:endParaRPr lang="ru-RU"/>
        </a:p>
      </dgm:t>
    </dgm:pt>
    <dgm:pt modelId="{260089A6-0756-4777-869F-56A8F739DC8F}" type="pres">
      <dgm:prSet presAssocID="{51107CEF-7AA2-4709-8077-A98E7E351201}" presName="hierRoot2" presStyleCnt="0">
        <dgm:presLayoutVars>
          <dgm:hierBranch val="init"/>
        </dgm:presLayoutVars>
      </dgm:prSet>
      <dgm:spPr/>
    </dgm:pt>
    <dgm:pt modelId="{95B3E28F-DD9D-4C96-A7B7-A8DE42A7BE83}" type="pres">
      <dgm:prSet presAssocID="{51107CEF-7AA2-4709-8077-A98E7E351201}" presName="rootComposite" presStyleCnt="0"/>
      <dgm:spPr/>
    </dgm:pt>
    <dgm:pt modelId="{AC789BCF-9E9D-4EC7-B1D2-F0C9D387A29F}" type="pres">
      <dgm:prSet presAssocID="{51107CEF-7AA2-4709-8077-A98E7E351201}" presName="rootText" presStyleLbl="node3" presStyleIdx="4" presStyleCnt="18">
        <dgm:presLayoutVars>
          <dgm:chPref val="3"/>
        </dgm:presLayoutVars>
      </dgm:prSet>
      <dgm:spPr/>
      <dgm:t>
        <a:bodyPr/>
        <a:lstStyle/>
        <a:p>
          <a:endParaRPr lang="ru-RU"/>
        </a:p>
      </dgm:t>
    </dgm:pt>
    <dgm:pt modelId="{146C10C7-F01D-4165-97E2-4F176DBF6C07}" type="pres">
      <dgm:prSet presAssocID="{51107CEF-7AA2-4709-8077-A98E7E351201}" presName="rootConnector" presStyleLbl="node3" presStyleIdx="4" presStyleCnt="18"/>
      <dgm:spPr/>
      <dgm:t>
        <a:bodyPr/>
        <a:lstStyle/>
        <a:p>
          <a:endParaRPr lang="ru-RU"/>
        </a:p>
      </dgm:t>
    </dgm:pt>
    <dgm:pt modelId="{9E6B2AAB-A042-4C1E-82FE-368EF98F137E}" type="pres">
      <dgm:prSet presAssocID="{51107CEF-7AA2-4709-8077-A98E7E351201}" presName="hierChild4" presStyleCnt="0"/>
      <dgm:spPr/>
    </dgm:pt>
    <dgm:pt modelId="{446D2BC4-5760-45EF-8DB8-DF326F90CFB5}" type="pres">
      <dgm:prSet presAssocID="{51107CEF-7AA2-4709-8077-A98E7E351201}" presName="hierChild5" presStyleCnt="0"/>
      <dgm:spPr/>
    </dgm:pt>
    <dgm:pt modelId="{4B3D98EE-C96B-4F6A-8E38-77A08EDFBE34}" type="pres">
      <dgm:prSet presAssocID="{D1B518AB-E39E-4446-8DBA-F9C2751218AE}" presName="hierChild5" presStyleCnt="0"/>
      <dgm:spPr/>
    </dgm:pt>
    <dgm:pt modelId="{11E031FB-583F-4C01-80C3-1FDBEABFE5E7}" type="pres">
      <dgm:prSet presAssocID="{29FB258C-7BE5-4538-878E-01422586F10C}" presName="Name37" presStyleLbl="parChTrans1D2" presStyleIdx="1" presStyleCnt="5"/>
      <dgm:spPr/>
      <dgm:t>
        <a:bodyPr/>
        <a:lstStyle/>
        <a:p>
          <a:endParaRPr lang="ru-RU"/>
        </a:p>
      </dgm:t>
    </dgm:pt>
    <dgm:pt modelId="{31277AA8-35C9-4162-9643-15B15F21A793}" type="pres">
      <dgm:prSet presAssocID="{BDC10FE1-D753-479E-B24B-277EC0B113FF}" presName="hierRoot2" presStyleCnt="0">
        <dgm:presLayoutVars>
          <dgm:hierBranch val="init"/>
        </dgm:presLayoutVars>
      </dgm:prSet>
      <dgm:spPr/>
    </dgm:pt>
    <dgm:pt modelId="{A1C65B02-C90C-4F8C-8394-7273D1A88296}" type="pres">
      <dgm:prSet presAssocID="{BDC10FE1-D753-479E-B24B-277EC0B113FF}" presName="rootComposite" presStyleCnt="0"/>
      <dgm:spPr/>
    </dgm:pt>
    <dgm:pt modelId="{58AA99D6-9CCF-4B8F-8672-F06C368877C4}" type="pres">
      <dgm:prSet presAssocID="{BDC10FE1-D753-479E-B24B-277EC0B113FF}" presName="rootText" presStyleLbl="node2" presStyleIdx="1" presStyleCnt="5" custScaleX="120909">
        <dgm:presLayoutVars>
          <dgm:chPref val="3"/>
        </dgm:presLayoutVars>
      </dgm:prSet>
      <dgm:spPr/>
      <dgm:t>
        <a:bodyPr/>
        <a:lstStyle/>
        <a:p>
          <a:endParaRPr lang="ru-RU"/>
        </a:p>
      </dgm:t>
    </dgm:pt>
    <dgm:pt modelId="{8972DD74-F487-476F-9546-B2B3DDB2179A}" type="pres">
      <dgm:prSet presAssocID="{BDC10FE1-D753-479E-B24B-277EC0B113FF}" presName="rootConnector" presStyleLbl="node2" presStyleIdx="1" presStyleCnt="5"/>
      <dgm:spPr/>
      <dgm:t>
        <a:bodyPr/>
        <a:lstStyle/>
        <a:p>
          <a:endParaRPr lang="ru-RU"/>
        </a:p>
      </dgm:t>
    </dgm:pt>
    <dgm:pt modelId="{AA3B2681-806F-4996-BBED-67186B91E5B7}" type="pres">
      <dgm:prSet presAssocID="{BDC10FE1-D753-479E-B24B-277EC0B113FF}" presName="hierChild4" presStyleCnt="0"/>
      <dgm:spPr/>
    </dgm:pt>
    <dgm:pt modelId="{7D9550C5-69DD-4F13-BA32-BBF76C644FF6}" type="pres">
      <dgm:prSet presAssocID="{80358490-0D28-4D2A-BCFC-D7F5D39E219C}" presName="Name37" presStyleLbl="parChTrans1D3" presStyleIdx="5" presStyleCnt="18"/>
      <dgm:spPr/>
      <dgm:t>
        <a:bodyPr/>
        <a:lstStyle/>
        <a:p>
          <a:endParaRPr lang="ru-RU"/>
        </a:p>
      </dgm:t>
    </dgm:pt>
    <dgm:pt modelId="{7CA582C6-10B9-48BC-8F41-15C755A7CFE6}" type="pres">
      <dgm:prSet presAssocID="{1BC63B09-BD53-4A91-A71F-9C586D415CC0}" presName="hierRoot2" presStyleCnt="0">
        <dgm:presLayoutVars>
          <dgm:hierBranch val="init"/>
        </dgm:presLayoutVars>
      </dgm:prSet>
      <dgm:spPr/>
    </dgm:pt>
    <dgm:pt modelId="{A859AA7A-92C5-4D41-97B6-34CA0744BB69}" type="pres">
      <dgm:prSet presAssocID="{1BC63B09-BD53-4A91-A71F-9C586D415CC0}" presName="rootComposite" presStyleCnt="0"/>
      <dgm:spPr/>
    </dgm:pt>
    <dgm:pt modelId="{904270A0-F6E2-4DED-BDF5-8BF57B2617F8}" type="pres">
      <dgm:prSet presAssocID="{1BC63B09-BD53-4A91-A71F-9C586D415CC0}" presName="rootText" presStyleLbl="node3" presStyleIdx="5" presStyleCnt="18">
        <dgm:presLayoutVars>
          <dgm:chPref val="3"/>
        </dgm:presLayoutVars>
      </dgm:prSet>
      <dgm:spPr/>
      <dgm:t>
        <a:bodyPr/>
        <a:lstStyle/>
        <a:p>
          <a:endParaRPr lang="ru-RU"/>
        </a:p>
      </dgm:t>
    </dgm:pt>
    <dgm:pt modelId="{4DB07CFD-C637-4F17-A235-0DB3B7DD6079}" type="pres">
      <dgm:prSet presAssocID="{1BC63B09-BD53-4A91-A71F-9C586D415CC0}" presName="rootConnector" presStyleLbl="node3" presStyleIdx="5" presStyleCnt="18"/>
      <dgm:spPr/>
      <dgm:t>
        <a:bodyPr/>
        <a:lstStyle/>
        <a:p>
          <a:endParaRPr lang="ru-RU"/>
        </a:p>
      </dgm:t>
    </dgm:pt>
    <dgm:pt modelId="{84A62053-C141-4643-B357-D8007E6B6DED}" type="pres">
      <dgm:prSet presAssocID="{1BC63B09-BD53-4A91-A71F-9C586D415CC0}" presName="hierChild4" presStyleCnt="0"/>
      <dgm:spPr/>
    </dgm:pt>
    <dgm:pt modelId="{50DEC595-0599-4EC1-B450-5875A26A32EA}" type="pres">
      <dgm:prSet presAssocID="{1BC63B09-BD53-4A91-A71F-9C586D415CC0}" presName="hierChild5" presStyleCnt="0"/>
      <dgm:spPr/>
    </dgm:pt>
    <dgm:pt modelId="{155A8F69-B8F8-4310-A62D-F5754951A988}" type="pres">
      <dgm:prSet presAssocID="{B1CC0504-5D7D-493D-8CA3-36144914666B}" presName="Name37" presStyleLbl="parChTrans1D3" presStyleIdx="6" presStyleCnt="18"/>
      <dgm:spPr/>
      <dgm:t>
        <a:bodyPr/>
        <a:lstStyle/>
        <a:p>
          <a:endParaRPr lang="ru-RU"/>
        </a:p>
      </dgm:t>
    </dgm:pt>
    <dgm:pt modelId="{4AAC3E7B-C302-44D8-AACA-4EA360308661}" type="pres">
      <dgm:prSet presAssocID="{A020BC3F-9A49-4AA5-BAEA-FD9C3B3D90E5}" presName="hierRoot2" presStyleCnt="0">
        <dgm:presLayoutVars>
          <dgm:hierBranch val="init"/>
        </dgm:presLayoutVars>
      </dgm:prSet>
      <dgm:spPr/>
    </dgm:pt>
    <dgm:pt modelId="{7A417416-A3C2-42A1-8401-7810A9CFF41D}" type="pres">
      <dgm:prSet presAssocID="{A020BC3F-9A49-4AA5-BAEA-FD9C3B3D90E5}" presName="rootComposite" presStyleCnt="0"/>
      <dgm:spPr/>
    </dgm:pt>
    <dgm:pt modelId="{081F5FE1-621B-4BF7-A3B6-5ECDE195F5AA}" type="pres">
      <dgm:prSet presAssocID="{A020BC3F-9A49-4AA5-BAEA-FD9C3B3D90E5}" presName="rootText" presStyleLbl="node3" presStyleIdx="6" presStyleCnt="18">
        <dgm:presLayoutVars>
          <dgm:chPref val="3"/>
        </dgm:presLayoutVars>
      </dgm:prSet>
      <dgm:spPr/>
      <dgm:t>
        <a:bodyPr/>
        <a:lstStyle/>
        <a:p>
          <a:endParaRPr lang="ru-RU"/>
        </a:p>
      </dgm:t>
    </dgm:pt>
    <dgm:pt modelId="{4D7A2CB1-72B3-4C9C-8BEF-86A5A7E1F9F5}" type="pres">
      <dgm:prSet presAssocID="{A020BC3F-9A49-4AA5-BAEA-FD9C3B3D90E5}" presName="rootConnector" presStyleLbl="node3" presStyleIdx="6" presStyleCnt="18"/>
      <dgm:spPr/>
      <dgm:t>
        <a:bodyPr/>
        <a:lstStyle/>
        <a:p>
          <a:endParaRPr lang="ru-RU"/>
        </a:p>
      </dgm:t>
    </dgm:pt>
    <dgm:pt modelId="{4D4FED24-1B60-4CD0-BD93-E010FF5171DF}" type="pres">
      <dgm:prSet presAssocID="{A020BC3F-9A49-4AA5-BAEA-FD9C3B3D90E5}" presName="hierChild4" presStyleCnt="0"/>
      <dgm:spPr/>
    </dgm:pt>
    <dgm:pt modelId="{D2A7A94B-4394-4BAA-8490-DA47FC1D5FFF}" type="pres">
      <dgm:prSet presAssocID="{A020BC3F-9A49-4AA5-BAEA-FD9C3B3D90E5}" presName="hierChild5" presStyleCnt="0"/>
      <dgm:spPr/>
    </dgm:pt>
    <dgm:pt modelId="{D8C227EF-7A83-46C8-AADA-85001E9E1CE1}" type="pres">
      <dgm:prSet presAssocID="{4268D0B9-A913-4904-9726-E9D77D846AD7}" presName="Name37" presStyleLbl="parChTrans1D3" presStyleIdx="7" presStyleCnt="18"/>
      <dgm:spPr/>
      <dgm:t>
        <a:bodyPr/>
        <a:lstStyle/>
        <a:p>
          <a:endParaRPr lang="ru-RU"/>
        </a:p>
      </dgm:t>
    </dgm:pt>
    <dgm:pt modelId="{1FCB5661-A323-4A12-8478-2DF34D9D87EE}" type="pres">
      <dgm:prSet presAssocID="{65C2C103-FAB9-4018-B35C-FC6D22801B9C}" presName="hierRoot2" presStyleCnt="0">
        <dgm:presLayoutVars>
          <dgm:hierBranch val="init"/>
        </dgm:presLayoutVars>
      </dgm:prSet>
      <dgm:spPr/>
    </dgm:pt>
    <dgm:pt modelId="{3C60CB4D-D762-48A4-B60A-F151907FD226}" type="pres">
      <dgm:prSet presAssocID="{65C2C103-FAB9-4018-B35C-FC6D22801B9C}" presName="rootComposite" presStyleCnt="0"/>
      <dgm:spPr/>
    </dgm:pt>
    <dgm:pt modelId="{0AEE17E0-6236-4A21-845B-81F19B4B6255}" type="pres">
      <dgm:prSet presAssocID="{65C2C103-FAB9-4018-B35C-FC6D22801B9C}" presName="rootText" presStyleLbl="node3" presStyleIdx="7" presStyleCnt="18">
        <dgm:presLayoutVars>
          <dgm:chPref val="3"/>
        </dgm:presLayoutVars>
      </dgm:prSet>
      <dgm:spPr/>
      <dgm:t>
        <a:bodyPr/>
        <a:lstStyle/>
        <a:p>
          <a:endParaRPr lang="ru-RU"/>
        </a:p>
      </dgm:t>
    </dgm:pt>
    <dgm:pt modelId="{96AB205A-90F2-475C-8F9F-F9B32A472EDE}" type="pres">
      <dgm:prSet presAssocID="{65C2C103-FAB9-4018-B35C-FC6D22801B9C}" presName="rootConnector" presStyleLbl="node3" presStyleIdx="7" presStyleCnt="18"/>
      <dgm:spPr/>
      <dgm:t>
        <a:bodyPr/>
        <a:lstStyle/>
        <a:p>
          <a:endParaRPr lang="ru-RU"/>
        </a:p>
      </dgm:t>
    </dgm:pt>
    <dgm:pt modelId="{8C88746A-5BBF-4B25-B9DE-B5684B7D2E85}" type="pres">
      <dgm:prSet presAssocID="{65C2C103-FAB9-4018-B35C-FC6D22801B9C}" presName="hierChild4" presStyleCnt="0"/>
      <dgm:spPr/>
    </dgm:pt>
    <dgm:pt modelId="{9265B7DC-C9C0-46BC-BCF1-055DD0CA9CB0}" type="pres">
      <dgm:prSet presAssocID="{65C2C103-FAB9-4018-B35C-FC6D22801B9C}" presName="hierChild5" presStyleCnt="0"/>
      <dgm:spPr/>
    </dgm:pt>
    <dgm:pt modelId="{401E8356-F0FE-41EC-95B7-5FB734CAC318}" type="pres">
      <dgm:prSet presAssocID="{66EABC65-3AE1-4DE8-8F61-A0B2DB7C8A6F}" presName="Name37" presStyleLbl="parChTrans1D3" presStyleIdx="8" presStyleCnt="18"/>
      <dgm:spPr/>
      <dgm:t>
        <a:bodyPr/>
        <a:lstStyle/>
        <a:p>
          <a:endParaRPr lang="ru-RU"/>
        </a:p>
      </dgm:t>
    </dgm:pt>
    <dgm:pt modelId="{69208056-FEE1-4366-91DC-5B3F17CBF43D}" type="pres">
      <dgm:prSet presAssocID="{D66F75DE-CCF8-4C1F-B439-2F5906C88E3F}" presName="hierRoot2" presStyleCnt="0">
        <dgm:presLayoutVars>
          <dgm:hierBranch val="init"/>
        </dgm:presLayoutVars>
      </dgm:prSet>
      <dgm:spPr/>
    </dgm:pt>
    <dgm:pt modelId="{B15F0FF3-15B9-4F2C-804D-D7941A8E0A91}" type="pres">
      <dgm:prSet presAssocID="{D66F75DE-CCF8-4C1F-B439-2F5906C88E3F}" presName="rootComposite" presStyleCnt="0"/>
      <dgm:spPr/>
    </dgm:pt>
    <dgm:pt modelId="{CE9267AB-85FD-47B0-BD68-45502FCFAF76}" type="pres">
      <dgm:prSet presAssocID="{D66F75DE-CCF8-4C1F-B439-2F5906C88E3F}" presName="rootText" presStyleLbl="node3" presStyleIdx="8" presStyleCnt="18" custScaleX="124466">
        <dgm:presLayoutVars>
          <dgm:chPref val="3"/>
        </dgm:presLayoutVars>
      </dgm:prSet>
      <dgm:spPr/>
      <dgm:t>
        <a:bodyPr/>
        <a:lstStyle/>
        <a:p>
          <a:endParaRPr lang="ru-RU"/>
        </a:p>
      </dgm:t>
    </dgm:pt>
    <dgm:pt modelId="{BD655E60-37C2-4F1A-AB4A-9F6CD3C11ED7}" type="pres">
      <dgm:prSet presAssocID="{D66F75DE-CCF8-4C1F-B439-2F5906C88E3F}" presName="rootConnector" presStyleLbl="node3" presStyleIdx="8" presStyleCnt="18"/>
      <dgm:spPr/>
      <dgm:t>
        <a:bodyPr/>
        <a:lstStyle/>
        <a:p>
          <a:endParaRPr lang="ru-RU"/>
        </a:p>
      </dgm:t>
    </dgm:pt>
    <dgm:pt modelId="{082F877B-2D70-4A81-8878-058E9F470D9F}" type="pres">
      <dgm:prSet presAssocID="{D66F75DE-CCF8-4C1F-B439-2F5906C88E3F}" presName="hierChild4" presStyleCnt="0"/>
      <dgm:spPr/>
    </dgm:pt>
    <dgm:pt modelId="{F679B40E-7709-4F89-855B-E50665E53C8C}" type="pres">
      <dgm:prSet presAssocID="{D66F75DE-CCF8-4C1F-B439-2F5906C88E3F}" presName="hierChild5" presStyleCnt="0"/>
      <dgm:spPr/>
    </dgm:pt>
    <dgm:pt modelId="{87AC20AA-5CAF-4411-A8B7-5EBA6688FC04}" type="pres">
      <dgm:prSet presAssocID="{08DE5748-01B0-4305-911E-7410500C9063}" presName="Name37" presStyleLbl="parChTrans1D3" presStyleIdx="9" presStyleCnt="18"/>
      <dgm:spPr/>
      <dgm:t>
        <a:bodyPr/>
        <a:lstStyle/>
        <a:p>
          <a:endParaRPr lang="ru-RU"/>
        </a:p>
      </dgm:t>
    </dgm:pt>
    <dgm:pt modelId="{16E70B5B-1FD9-4F02-B5CA-0D648B222F44}" type="pres">
      <dgm:prSet presAssocID="{0401963B-C5C8-4B37-AA5C-12B12EF43644}" presName="hierRoot2" presStyleCnt="0">
        <dgm:presLayoutVars>
          <dgm:hierBranch val="init"/>
        </dgm:presLayoutVars>
      </dgm:prSet>
      <dgm:spPr/>
    </dgm:pt>
    <dgm:pt modelId="{45F0DCF2-57A0-47B9-B324-3391844D8BF4}" type="pres">
      <dgm:prSet presAssocID="{0401963B-C5C8-4B37-AA5C-12B12EF43644}" presName="rootComposite" presStyleCnt="0"/>
      <dgm:spPr/>
    </dgm:pt>
    <dgm:pt modelId="{B5A80D35-844E-4A36-9413-62BB64A362CC}" type="pres">
      <dgm:prSet presAssocID="{0401963B-C5C8-4B37-AA5C-12B12EF43644}" presName="rootText" presStyleLbl="node3" presStyleIdx="9" presStyleCnt="18">
        <dgm:presLayoutVars>
          <dgm:chPref val="3"/>
        </dgm:presLayoutVars>
      </dgm:prSet>
      <dgm:spPr/>
      <dgm:t>
        <a:bodyPr/>
        <a:lstStyle/>
        <a:p>
          <a:endParaRPr lang="ru-RU"/>
        </a:p>
      </dgm:t>
    </dgm:pt>
    <dgm:pt modelId="{3CE96832-264D-40F1-BAEC-B8437EA5B4BD}" type="pres">
      <dgm:prSet presAssocID="{0401963B-C5C8-4B37-AA5C-12B12EF43644}" presName="rootConnector" presStyleLbl="node3" presStyleIdx="9" presStyleCnt="18"/>
      <dgm:spPr/>
      <dgm:t>
        <a:bodyPr/>
        <a:lstStyle/>
        <a:p>
          <a:endParaRPr lang="ru-RU"/>
        </a:p>
      </dgm:t>
    </dgm:pt>
    <dgm:pt modelId="{6EE65383-8FC8-47DC-BB04-5C1DBC66DE59}" type="pres">
      <dgm:prSet presAssocID="{0401963B-C5C8-4B37-AA5C-12B12EF43644}" presName="hierChild4" presStyleCnt="0"/>
      <dgm:spPr/>
    </dgm:pt>
    <dgm:pt modelId="{EB3403B1-7665-488C-ACFC-E6C530E21BBC}" type="pres">
      <dgm:prSet presAssocID="{0401963B-C5C8-4B37-AA5C-12B12EF43644}" presName="hierChild5" presStyleCnt="0"/>
      <dgm:spPr/>
    </dgm:pt>
    <dgm:pt modelId="{C85B7BE0-566F-4773-8C98-2A6233970F37}" type="pres">
      <dgm:prSet presAssocID="{BDC10FE1-D753-479E-B24B-277EC0B113FF}" presName="hierChild5" presStyleCnt="0"/>
      <dgm:spPr/>
    </dgm:pt>
    <dgm:pt modelId="{57F4E06F-B055-40B3-8D49-CF89F171F876}" type="pres">
      <dgm:prSet presAssocID="{8F474775-CA39-4035-A103-AB8222EB85BF}" presName="Name37" presStyleLbl="parChTrans1D2" presStyleIdx="2" presStyleCnt="5"/>
      <dgm:spPr/>
      <dgm:t>
        <a:bodyPr/>
        <a:lstStyle/>
        <a:p>
          <a:endParaRPr lang="ru-RU"/>
        </a:p>
      </dgm:t>
    </dgm:pt>
    <dgm:pt modelId="{327E6A83-ED24-47F9-A9F7-8CC77A3B7D51}" type="pres">
      <dgm:prSet presAssocID="{676CF353-9079-42AD-9C73-A0E3BA3F2EEB}" presName="hierRoot2" presStyleCnt="0">
        <dgm:presLayoutVars>
          <dgm:hierBranch val="init"/>
        </dgm:presLayoutVars>
      </dgm:prSet>
      <dgm:spPr/>
    </dgm:pt>
    <dgm:pt modelId="{15337B73-382B-4C1B-83EC-6163C8F3D129}" type="pres">
      <dgm:prSet presAssocID="{676CF353-9079-42AD-9C73-A0E3BA3F2EEB}" presName="rootComposite" presStyleCnt="0"/>
      <dgm:spPr/>
    </dgm:pt>
    <dgm:pt modelId="{0566DBCC-E165-40FE-AFF9-45A0F42E84D5}" type="pres">
      <dgm:prSet presAssocID="{676CF353-9079-42AD-9C73-A0E3BA3F2EEB}" presName="rootText" presStyleLbl="node2" presStyleIdx="2" presStyleCnt="5" custScaleX="120357">
        <dgm:presLayoutVars>
          <dgm:chPref val="3"/>
        </dgm:presLayoutVars>
      </dgm:prSet>
      <dgm:spPr/>
      <dgm:t>
        <a:bodyPr/>
        <a:lstStyle/>
        <a:p>
          <a:endParaRPr lang="ru-RU"/>
        </a:p>
      </dgm:t>
    </dgm:pt>
    <dgm:pt modelId="{EF434A47-1FEA-41DC-8054-560524D5D3CC}" type="pres">
      <dgm:prSet presAssocID="{676CF353-9079-42AD-9C73-A0E3BA3F2EEB}" presName="rootConnector" presStyleLbl="node2" presStyleIdx="2" presStyleCnt="5"/>
      <dgm:spPr/>
      <dgm:t>
        <a:bodyPr/>
        <a:lstStyle/>
        <a:p>
          <a:endParaRPr lang="ru-RU"/>
        </a:p>
      </dgm:t>
    </dgm:pt>
    <dgm:pt modelId="{8E487EF4-B2E8-41D2-83EE-2144C6BFBE52}" type="pres">
      <dgm:prSet presAssocID="{676CF353-9079-42AD-9C73-A0E3BA3F2EEB}" presName="hierChild4" presStyleCnt="0"/>
      <dgm:spPr/>
    </dgm:pt>
    <dgm:pt modelId="{2394BA9E-F2C1-4992-85B3-687E3EB3FAAB}" type="pres">
      <dgm:prSet presAssocID="{46C08A11-D2F1-4975-A385-E3D8F597A0D8}" presName="Name37" presStyleLbl="parChTrans1D3" presStyleIdx="10" presStyleCnt="18"/>
      <dgm:spPr/>
      <dgm:t>
        <a:bodyPr/>
        <a:lstStyle/>
        <a:p>
          <a:endParaRPr lang="ru-RU"/>
        </a:p>
      </dgm:t>
    </dgm:pt>
    <dgm:pt modelId="{2BEDD16C-4DC8-4911-B7EE-3736333D954F}" type="pres">
      <dgm:prSet presAssocID="{3FD18506-5F88-428E-B42F-A243C8681598}" presName="hierRoot2" presStyleCnt="0">
        <dgm:presLayoutVars>
          <dgm:hierBranch val="init"/>
        </dgm:presLayoutVars>
      </dgm:prSet>
      <dgm:spPr/>
    </dgm:pt>
    <dgm:pt modelId="{38D7BB88-64D9-408E-AEE6-2831D15BB38C}" type="pres">
      <dgm:prSet presAssocID="{3FD18506-5F88-428E-B42F-A243C8681598}" presName="rootComposite" presStyleCnt="0"/>
      <dgm:spPr/>
    </dgm:pt>
    <dgm:pt modelId="{2AEF225B-7794-4DA6-B87A-747ACBB3B722}" type="pres">
      <dgm:prSet presAssocID="{3FD18506-5F88-428E-B42F-A243C8681598}" presName="rootText" presStyleLbl="node3" presStyleIdx="10" presStyleCnt="18" custScaleX="129726">
        <dgm:presLayoutVars>
          <dgm:chPref val="3"/>
        </dgm:presLayoutVars>
      </dgm:prSet>
      <dgm:spPr/>
      <dgm:t>
        <a:bodyPr/>
        <a:lstStyle/>
        <a:p>
          <a:endParaRPr lang="ru-RU"/>
        </a:p>
      </dgm:t>
    </dgm:pt>
    <dgm:pt modelId="{106E0EBC-63D6-4F0D-A775-F46A83010447}" type="pres">
      <dgm:prSet presAssocID="{3FD18506-5F88-428E-B42F-A243C8681598}" presName="rootConnector" presStyleLbl="node3" presStyleIdx="10" presStyleCnt="18"/>
      <dgm:spPr/>
      <dgm:t>
        <a:bodyPr/>
        <a:lstStyle/>
        <a:p>
          <a:endParaRPr lang="ru-RU"/>
        </a:p>
      </dgm:t>
    </dgm:pt>
    <dgm:pt modelId="{C753922C-16BA-4866-B7F8-64CD5E214EA6}" type="pres">
      <dgm:prSet presAssocID="{3FD18506-5F88-428E-B42F-A243C8681598}" presName="hierChild4" presStyleCnt="0"/>
      <dgm:spPr/>
    </dgm:pt>
    <dgm:pt modelId="{AD6F7676-4EA4-4E6F-A4E1-E9CCF88B7605}" type="pres">
      <dgm:prSet presAssocID="{3FD18506-5F88-428E-B42F-A243C8681598}" presName="hierChild5" presStyleCnt="0"/>
      <dgm:spPr/>
    </dgm:pt>
    <dgm:pt modelId="{FDC4EE6C-9499-4D2B-B0A7-B81A7018FBA7}" type="pres">
      <dgm:prSet presAssocID="{9D3AC6F8-DAB6-4A60-8882-F1F6104D846C}" presName="Name37" presStyleLbl="parChTrans1D3" presStyleIdx="11" presStyleCnt="18"/>
      <dgm:spPr/>
      <dgm:t>
        <a:bodyPr/>
        <a:lstStyle/>
        <a:p>
          <a:endParaRPr lang="ru-RU"/>
        </a:p>
      </dgm:t>
    </dgm:pt>
    <dgm:pt modelId="{E8C21BC0-3519-4C00-9E35-71E5E770E782}" type="pres">
      <dgm:prSet presAssocID="{21E333E8-D0AA-4BB1-B080-2DC24E0A5885}" presName="hierRoot2" presStyleCnt="0">
        <dgm:presLayoutVars>
          <dgm:hierBranch val="init"/>
        </dgm:presLayoutVars>
      </dgm:prSet>
      <dgm:spPr/>
    </dgm:pt>
    <dgm:pt modelId="{CE3B8B82-E235-4D8C-BA14-DE8F87185E70}" type="pres">
      <dgm:prSet presAssocID="{21E333E8-D0AA-4BB1-B080-2DC24E0A5885}" presName="rootComposite" presStyleCnt="0"/>
      <dgm:spPr/>
    </dgm:pt>
    <dgm:pt modelId="{817CD98C-41F0-4812-A879-290D628ACBFA}" type="pres">
      <dgm:prSet presAssocID="{21E333E8-D0AA-4BB1-B080-2DC24E0A5885}" presName="rootText" presStyleLbl="node3" presStyleIdx="11" presStyleCnt="18" custScaleY="145809">
        <dgm:presLayoutVars>
          <dgm:chPref val="3"/>
        </dgm:presLayoutVars>
      </dgm:prSet>
      <dgm:spPr/>
      <dgm:t>
        <a:bodyPr/>
        <a:lstStyle/>
        <a:p>
          <a:endParaRPr lang="ru-RU"/>
        </a:p>
      </dgm:t>
    </dgm:pt>
    <dgm:pt modelId="{F18C82E2-5667-417B-857D-8B24ACF351AF}" type="pres">
      <dgm:prSet presAssocID="{21E333E8-D0AA-4BB1-B080-2DC24E0A5885}" presName="rootConnector" presStyleLbl="node3" presStyleIdx="11" presStyleCnt="18"/>
      <dgm:spPr/>
      <dgm:t>
        <a:bodyPr/>
        <a:lstStyle/>
        <a:p>
          <a:endParaRPr lang="ru-RU"/>
        </a:p>
      </dgm:t>
    </dgm:pt>
    <dgm:pt modelId="{16371A74-C6B8-4093-BC8F-D7E4A9934463}" type="pres">
      <dgm:prSet presAssocID="{21E333E8-D0AA-4BB1-B080-2DC24E0A5885}" presName="hierChild4" presStyleCnt="0"/>
      <dgm:spPr/>
    </dgm:pt>
    <dgm:pt modelId="{50D14D51-798A-4AF7-A046-2362945385F7}" type="pres">
      <dgm:prSet presAssocID="{21E333E8-D0AA-4BB1-B080-2DC24E0A5885}" presName="hierChild5" presStyleCnt="0"/>
      <dgm:spPr/>
    </dgm:pt>
    <dgm:pt modelId="{32948EA7-FD1D-4680-B7FA-F358321F6011}" type="pres">
      <dgm:prSet presAssocID="{A3F97E12-F049-42E8-A329-9DB208E5D580}" presName="Name37" presStyleLbl="parChTrans1D3" presStyleIdx="12" presStyleCnt="18"/>
      <dgm:spPr/>
      <dgm:t>
        <a:bodyPr/>
        <a:lstStyle/>
        <a:p>
          <a:endParaRPr lang="ru-RU"/>
        </a:p>
      </dgm:t>
    </dgm:pt>
    <dgm:pt modelId="{C9773F7C-412E-4102-B5CF-5BCAAD63CD8B}" type="pres">
      <dgm:prSet presAssocID="{09FC0D84-A72F-40E9-8F79-EE785EE03FB0}" presName="hierRoot2" presStyleCnt="0">
        <dgm:presLayoutVars>
          <dgm:hierBranch val="init"/>
        </dgm:presLayoutVars>
      </dgm:prSet>
      <dgm:spPr/>
    </dgm:pt>
    <dgm:pt modelId="{E1BB96B5-AD1A-432A-944B-8F391E7F7DCF}" type="pres">
      <dgm:prSet presAssocID="{09FC0D84-A72F-40E9-8F79-EE785EE03FB0}" presName="rootComposite" presStyleCnt="0"/>
      <dgm:spPr/>
    </dgm:pt>
    <dgm:pt modelId="{72460CD1-4153-4E05-8207-93C80A44F668}" type="pres">
      <dgm:prSet presAssocID="{09FC0D84-A72F-40E9-8F79-EE785EE03FB0}" presName="rootText" presStyleLbl="node3" presStyleIdx="12" presStyleCnt="18" custScaleX="122517" custScaleY="111336">
        <dgm:presLayoutVars>
          <dgm:chPref val="3"/>
        </dgm:presLayoutVars>
      </dgm:prSet>
      <dgm:spPr/>
      <dgm:t>
        <a:bodyPr/>
        <a:lstStyle/>
        <a:p>
          <a:endParaRPr lang="ru-RU"/>
        </a:p>
      </dgm:t>
    </dgm:pt>
    <dgm:pt modelId="{BB7FF550-E7C6-4434-A49B-CE2B2C22025F}" type="pres">
      <dgm:prSet presAssocID="{09FC0D84-A72F-40E9-8F79-EE785EE03FB0}" presName="rootConnector" presStyleLbl="node3" presStyleIdx="12" presStyleCnt="18"/>
      <dgm:spPr/>
      <dgm:t>
        <a:bodyPr/>
        <a:lstStyle/>
        <a:p>
          <a:endParaRPr lang="ru-RU"/>
        </a:p>
      </dgm:t>
    </dgm:pt>
    <dgm:pt modelId="{9305E81B-B4BB-45D8-88A4-155B70C7E7BE}" type="pres">
      <dgm:prSet presAssocID="{09FC0D84-A72F-40E9-8F79-EE785EE03FB0}" presName="hierChild4" presStyleCnt="0"/>
      <dgm:spPr/>
    </dgm:pt>
    <dgm:pt modelId="{A3CE6AF6-2464-4AA7-9677-FECD53FE4FED}" type="pres">
      <dgm:prSet presAssocID="{09FC0D84-A72F-40E9-8F79-EE785EE03FB0}" presName="hierChild5" presStyleCnt="0"/>
      <dgm:spPr/>
    </dgm:pt>
    <dgm:pt modelId="{7D42DED9-0028-42AD-A6F0-C5823C8C7567}" type="pres">
      <dgm:prSet presAssocID="{676CF353-9079-42AD-9C73-A0E3BA3F2EEB}" presName="hierChild5" presStyleCnt="0"/>
      <dgm:spPr/>
    </dgm:pt>
    <dgm:pt modelId="{7DCF13A5-F1EA-4CAC-AC22-B92A1911F45E}" type="pres">
      <dgm:prSet presAssocID="{F1C2010C-6143-4582-811B-D2FB3133CE24}" presName="Name37" presStyleLbl="parChTrans1D2" presStyleIdx="3" presStyleCnt="5"/>
      <dgm:spPr/>
      <dgm:t>
        <a:bodyPr/>
        <a:lstStyle/>
        <a:p>
          <a:endParaRPr lang="ru-RU"/>
        </a:p>
      </dgm:t>
    </dgm:pt>
    <dgm:pt modelId="{50DAA2DC-CF64-45F3-8188-03EA2079B043}" type="pres">
      <dgm:prSet presAssocID="{E7AB3792-752F-416D-B6A8-E14C34FAF644}" presName="hierRoot2" presStyleCnt="0">
        <dgm:presLayoutVars>
          <dgm:hierBranch val="init"/>
        </dgm:presLayoutVars>
      </dgm:prSet>
      <dgm:spPr/>
    </dgm:pt>
    <dgm:pt modelId="{0B7D3EE0-A97F-4348-A7C7-9B113FBB76C1}" type="pres">
      <dgm:prSet presAssocID="{E7AB3792-752F-416D-B6A8-E14C34FAF644}" presName="rootComposite" presStyleCnt="0"/>
      <dgm:spPr/>
    </dgm:pt>
    <dgm:pt modelId="{3D7CA536-5F6C-4AC7-9FDD-0AD04099016D}" type="pres">
      <dgm:prSet presAssocID="{E7AB3792-752F-416D-B6A8-E14C34FAF644}" presName="rootText" presStyleLbl="node2" presStyleIdx="3" presStyleCnt="5">
        <dgm:presLayoutVars>
          <dgm:chPref val="3"/>
        </dgm:presLayoutVars>
      </dgm:prSet>
      <dgm:spPr/>
      <dgm:t>
        <a:bodyPr/>
        <a:lstStyle/>
        <a:p>
          <a:endParaRPr lang="ru-RU"/>
        </a:p>
      </dgm:t>
    </dgm:pt>
    <dgm:pt modelId="{9BB17531-8A4E-461C-8B1B-D284A9D50305}" type="pres">
      <dgm:prSet presAssocID="{E7AB3792-752F-416D-B6A8-E14C34FAF644}" presName="rootConnector" presStyleLbl="node2" presStyleIdx="3" presStyleCnt="5"/>
      <dgm:spPr/>
      <dgm:t>
        <a:bodyPr/>
        <a:lstStyle/>
        <a:p>
          <a:endParaRPr lang="ru-RU"/>
        </a:p>
      </dgm:t>
    </dgm:pt>
    <dgm:pt modelId="{67B861E5-0F89-4214-9DD1-95AE536878EE}" type="pres">
      <dgm:prSet presAssocID="{E7AB3792-752F-416D-B6A8-E14C34FAF644}" presName="hierChild4" presStyleCnt="0"/>
      <dgm:spPr/>
    </dgm:pt>
    <dgm:pt modelId="{DFFFE7D7-AF10-49A8-B959-0FFFB1BBB33D}" type="pres">
      <dgm:prSet presAssocID="{BCFCE94E-4BB8-4E4F-A555-1D9FFC8A197E}" presName="Name37" presStyleLbl="parChTrans1D3" presStyleIdx="13" presStyleCnt="18"/>
      <dgm:spPr/>
      <dgm:t>
        <a:bodyPr/>
        <a:lstStyle/>
        <a:p>
          <a:endParaRPr lang="ru-RU"/>
        </a:p>
      </dgm:t>
    </dgm:pt>
    <dgm:pt modelId="{384127E4-8CAE-4049-A9B7-3FA9343979A1}" type="pres">
      <dgm:prSet presAssocID="{05F90DEB-AE3C-44C1-9DD2-E57BC42A926C}" presName="hierRoot2" presStyleCnt="0">
        <dgm:presLayoutVars>
          <dgm:hierBranch val="init"/>
        </dgm:presLayoutVars>
      </dgm:prSet>
      <dgm:spPr/>
    </dgm:pt>
    <dgm:pt modelId="{2BE9A6A0-3C68-413E-978F-3699C4740077}" type="pres">
      <dgm:prSet presAssocID="{05F90DEB-AE3C-44C1-9DD2-E57BC42A926C}" presName="rootComposite" presStyleCnt="0"/>
      <dgm:spPr/>
    </dgm:pt>
    <dgm:pt modelId="{19DD031C-2955-4A6B-AE73-4131B264D1E2}" type="pres">
      <dgm:prSet presAssocID="{05F90DEB-AE3C-44C1-9DD2-E57BC42A926C}" presName="rootText" presStyleLbl="node3" presStyleIdx="13" presStyleCnt="18" custScaleY="195974">
        <dgm:presLayoutVars>
          <dgm:chPref val="3"/>
        </dgm:presLayoutVars>
      </dgm:prSet>
      <dgm:spPr/>
      <dgm:t>
        <a:bodyPr/>
        <a:lstStyle/>
        <a:p>
          <a:endParaRPr lang="ru-RU"/>
        </a:p>
      </dgm:t>
    </dgm:pt>
    <dgm:pt modelId="{87D9D619-8F4E-4DB1-831B-1C62364F0F80}" type="pres">
      <dgm:prSet presAssocID="{05F90DEB-AE3C-44C1-9DD2-E57BC42A926C}" presName="rootConnector" presStyleLbl="node3" presStyleIdx="13" presStyleCnt="18"/>
      <dgm:spPr/>
      <dgm:t>
        <a:bodyPr/>
        <a:lstStyle/>
        <a:p>
          <a:endParaRPr lang="ru-RU"/>
        </a:p>
      </dgm:t>
    </dgm:pt>
    <dgm:pt modelId="{BA841DBC-BA3E-4F2A-8D9E-333847154CB3}" type="pres">
      <dgm:prSet presAssocID="{05F90DEB-AE3C-44C1-9DD2-E57BC42A926C}" presName="hierChild4" presStyleCnt="0"/>
      <dgm:spPr/>
    </dgm:pt>
    <dgm:pt modelId="{45DB6CED-CA8C-4E99-8E67-B891E7D750C3}" type="pres">
      <dgm:prSet presAssocID="{05F90DEB-AE3C-44C1-9DD2-E57BC42A926C}" presName="hierChild5" presStyleCnt="0"/>
      <dgm:spPr/>
    </dgm:pt>
    <dgm:pt modelId="{8D593B01-D33E-45A7-98A6-3E3E7A46FE64}" type="pres">
      <dgm:prSet presAssocID="{AD253BFD-1AB0-46CA-ADB3-EB87BF48E39D}" presName="Name37" presStyleLbl="parChTrans1D3" presStyleIdx="14" presStyleCnt="18"/>
      <dgm:spPr/>
      <dgm:t>
        <a:bodyPr/>
        <a:lstStyle/>
        <a:p>
          <a:endParaRPr lang="ru-RU"/>
        </a:p>
      </dgm:t>
    </dgm:pt>
    <dgm:pt modelId="{BE2131A6-D822-470A-A6DE-CE85A5348566}" type="pres">
      <dgm:prSet presAssocID="{F52FBE81-D141-4231-90EA-324F28345733}" presName="hierRoot2" presStyleCnt="0">
        <dgm:presLayoutVars>
          <dgm:hierBranch val="init"/>
        </dgm:presLayoutVars>
      </dgm:prSet>
      <dgm:spPr/>
    </dgm:pt>
    <dgm:pt modelId="{EB66EF10-CDB8-4C23-9172-0160D935736F}" type="pres">
      <dgm:prSet presAssocID="{F52FBE81-D141-4231-90EA-324F28345733}" presName="rootComposite" presStyleCnt="0"/>
      <dgm:spPr/>
    </dgm:pt>
    <dgm:pt modelId="{2ABA487D-CE65-4527-B1F8-B1870A46BF74}" type="pres">
      <dgm:prSet presAssocID="{F52FBE81-D141-4231-90EA-324F28345733}" presName="rootText" presStyleLbl="node3" presStyleIdx="14" presStyleCnt="18" custScaleY="195963">
        <dgm:presLayoutVars>
          <dgm:chPref val="3"/>
        </dgm:presLayoutVars>
      </dgm:prSet>
      <dgm:spPr/>
      <dgm:t>
        <a:bodyPr/>
        <a:lstStyle/>
        <a:p>
          <a:endParaRPr lang="ru-RU"/>
        </a:p>
      </dgm:t>
    </dgm:pt>
    <dgm:pt modelId="{21E4B59E-C351-4190-AD26-E80C7AAE8E6F}" type="pres">
      <dgm:prSet presAssocID="{F52FBE81-D141-4231-90EA-324F28345733}" presName="rootConnector" presStyleLbl="node3" presStyleIdx="14" presStyleCnt="18"/>
      <dgm:spPr/>
      <dgm:t>
        <a:bodyPr/>
        <a:lstStyle/>
        <a:p>
          <a:endParaRPr lang="ru-RU"/>
        </a:p>
      </dgm:t>
    </dgm:pt>
    <dgm:pt modelId="{171CBBB5-DDFC-46F5-864C-9B43B2946761}" type="pres">
      <dgm:prSet presAssocID="{F52FBE81-D141-4231-90EA-324F28345733}" presName="hierChild4" presStyleCnt="0"/>
      <dgm:spPr/>
    </dgm:pt>
    <dgm:pt modelId="{1890927C-30C8-4579-B747-A203758ED45E}" type="pres">
      <dgm:prSet presAssocID="{F52FBE81-D141-4231-90EA-324F28345733}" presName="hierChild5" presStyleCnt="0"/>
      <dgm:spPr/>
    </dgm:pt>
    <dgm:pt modelId="{5BC616A4-00CE-4C67-8ABF-720B883369EC}" type="pres">
      <dgm:prSet presAssocID="{E7AB3792-752F-416D-B6A8-E14C34FAF644}" presName="hierChild5" presStyleCnt="0"/>
      <dgm:spPr/>
    </dgm:pt>
    <dgm:pt modelId="{DA7550AD-B3F7-4FCC-B89C-7D415F7DDD91}" type="pres">
      <dgm:prSet presAssocID="{4ABAC048-C128-4F59-AFC0-F44B3EC5988B}" presName="Name37" presStyleLbl="parChTrans1D2" presStyleIdx="4" presStyleCnt="5"/>
      <dgm:spPr/>
      <dgm:t>
        <a:bodyPr/>
        <a:lstStyle/>
        <a:p>
          <a:endParaRPr lang="ru-RU"/>
        </a:p>
      </dgm:t>
    </dgm:pt>
    <dgm:pt modelId="{A8D561B6-EDF2-4210-A940-DA201FD460F5}" type="pres">
      <dgm:prSet presAssocID="{BFD5A063-59B5-447B-94EF-E6B7D1FD1F7B}" presName="hierRoot2" presStyleCnt="0">
        <dgm:presLayoutVars>
          <dgm:hierBranch val="init"/>
        </dgm:presLayoutVars>
      </dgm:prSet>
      <dgm:spPr/>
    </dgm:pt>
    <dgm:pt modelId="{FF7625D4-9FB5-458D-AEE3-6E4ECBB64295}" type="pres">
      <dgm:prSet presAssocID="{BFD5A063-59B5-447B-94EF-E6B7D1FD1F7B}" presName="rootComposite" presStyleCnt="0"/>
      <dgm:spPr/>
    </dgm:pt>
    <dgm:pt modelId="{8CE1741E-64D6-49E7-AE96-B147571805B6}" type="pres">
      <dgm:prSet presAssocID="{BFD5A063-59B5-447B-94EF-E6B7D1FD1F7B}" presName="rootText" presStyleLbl="node2" presStyleIdx="4" presStyleCnt="5" custScaleX="158835" custScaleY="113494">
        <dgm:presLayoutVars>
          <dgm:chPref val="3"/>
        </dgm:presLayoutVars>
      </dgm:prSet>
      <dgm:spPr/>
      <dgm:t>
        <a:bodyPr/>
        <a:lstStyle/>
        <a:p>
          <a:endParaRPr lang="ru-RU"/>
        </a:p>
      </dgm:t>
    </dgm:pt>
    <dgm:pt modelId="{081477E0-DDC9-4793-96FD-B690BA999D2D}" type="pres">
      <dgm:prSet presAssocID="{BFD5A063-59B5-447B-94EF-E6B7D1FD1F7B}" presName="rootConnector" presStyleLbl="node2" presStyleIdx="4" presStyleCnt="5"/>
      <dgm:spPr/>
      <dgm:t>
        <a:bodyPr/>
        <a:lstStyle/>
        <a:p>
          <a:endParaRPr lang="ru-RU"/>
        </a:p>
      </dgm:t>
    </dgm:pt>
    <dgm:pt modelId="{A15F99E0-ADA2-4092-8AFA-6D55321541C6}" type="pres">
      <dgm:prSet presAssocID="{BFD5A063-59B5-447B-94EF-E6B7D1FD1F7B}" presName="hierChild4" presStyleCnt="0"/>
      <dgm:spPr/>
    </dgm:pt>
    <dgm:pt modelId="{E69F3DE5-D9E0-43DD-B53A-536066134EE4}" type="pres">
      <dgm:prSet presAssocID="{AAA040CA-1E7B-4416-8E05-CF399D7711D8}" presName="Name37" presStyleLbl="parChTrans1D3" presStyleIdx="15" presStyleCnt="18"/>
      <dgm:spPr/>
      <dgm:t>
        <a:bodyPr/>
        <a:lstStyle/>
        <a:p>
          <a:endParaRPr lang="ru-RU"/>
        </a:p>
      </dgm:t>
    </dgm:pt>
    <dgm:pt modelId="{758009EF-6A0D-4820-AAD3-4F4FD402FEDF}" type="pres">
      <dgm:prSet presAssocID="{55C9ADE5-D7EE-460D-9F09-263EE98093D0}" presName="hierRoot2" presStyleCnt="0">
        <dgm:presLayoutVars>
          <dgm:hierBranch val="init"/>
        </dgm:presLayoutVars>
      </dgm:prSet>
      <dgm:spPr/>
    </dgm:pt>
    <dgm:pt modelId="{78DFA73B-A668-4224-B1DB-5CC4CC585FAD}" type="pres">
      <dgm:prSet presAssocID="{55C9ADE5-D7EE-460D-9F09-263EE98093D0}" presName="rootComposite" presStyleCnt="0"/>
      <dgm:spPr/>
    </dgm:pt>
    <dgm:pt modelId="{8658EA93-3C2D-4AF4-830F-B4FD186481E3}" type="pres">
      <dgm:prSet presAssocID="{55C9ADE5-D7EE-460D-9F09-263EE98093D0}" presName="rootText" presStyleLbl="node3" presStyleIdx="15" presStyleCnt="18" custScaleX="118440">
        <dgm:presLayoutVars>
          <dgm:chPref val="3"/>
        </dgm:presLayoutVars>
      </dgm:prSet>
      <dgm:spPr/>
      <dgm:t>
        <a:bodyPr/>
        <a:lstStyle/>
        <a:p>
          <a:endParaRPr lang="ru-RU"/>
        </a:p>
      </dgm:t>
    </dgm:pt>
    <dgm:pt modelId="{2ED46A47-4DA3-452F-9635-C495B0928063}" type="pres">
      <dgm:prSet presAssocID="{55C9ADE5-D7EE-460D-9F09-263EE98093D0}" presName="rootConnector" presStyleLbl="node3" presStyleIdx="15" presStyleCnt="18"/>
      <dgm:spPr/>
      <dgm:t>
        <a:bodyPr/>
        <a:lstStyle/>
        <a:p>
          <a:endParaRPr lang="ru-RU"/>
        </a:p>
      </dgm:t>
    </dgm:pt>
    <dgm:pt modelId="{6875B8CE-F450-40CF-9C3E-88506A19DF98}" type="pres">
      <dgm:prSet presAssocID="{55C9ADE5-D7EE-460D-9F09-263EE98093D0}" presName="hierChild4" presStyleCnt="0"/>
      <dgm:spPr/>
    </dgm:pt>
    <dgm:pt modelId="{39C1E3CC-C150-4787-8691-DD3225792C9B}" type="pres">
      <dgm:prSet presAssocID="{55C9ADE5-D7EE-460D-9F09-263EE98093D0}" presName="hierChild5" presStyleCnt="0"/>
      <dgm:spPr/>
    </dgm:pt>
    <dgm:pt modelId="{432193F6-334F-46CE-8BBB-A1D998154548}" type="pres">
      <dgm:prSet presAssocID="{3F80D997-79F5-4239-B3CB-119CC8CF4689}" presName="Name37" presStyleLbl="parChTrans1D3" presStyleIdx="16" presStyleCnt="18"/>
      <dgm:spPr/>
      <dgm:t>
        <a:bodyPr/>
        <a:lstStyle/>
        <a:p>
          <a:endParaRPr lang="ru-RU"/>
        </a:p>
      </dgm:t>
    </dgm:pt>
    <dgm:pt modelId="{9D8BB10D-9AE4-422C-8441-6102D308B8C0}" type="pres">
      <dgm:prSet presAssocID="{10366EA2-50CC-49C1-88B8-10989A5F91AB}" presName="hierRoot2" presStyleCnt="0">
        <dgm:presLayoutVars>
          <dgm:hierBranch val="init"/>
        </dgm:presLayoutVars>
      </dgm:prSet>
      <dgm:spPr/>
    </dgm:pt>
    <dgm:pt modelId="{DF236376-661E-4DA9-BDEB-82B3FCBE46FD}" type="pres">
      <dgm:prSet presAssocID="{10366EA2-50CC-49C1-88B8-10989A5F91AB}" presName="rootComposite" presStyleCnt="0"/>
      <dgm:spPr/>
    </dgm:pt>
    <dgm:pt modelId="{29DA439F-D3FF-431C-BBD8-A79B0D823068}" type="pres">
      <dgm:prSet presAssocID="{10366EA2-50CC-49C1-88B8-10989A5F91AB}" presName="rootText" presStyleLbl="node3" presStyleIdx="16" presStyleCnt="18" custScaleY="168976">
        <dgm:presLayoutVars>
          <dgm:chPref val="3"/>
        </dgm:presLayoutVars>
      </dgm:prSet>
      <dgm:spPr/>
      <dgm:t>
        <a:bodyPr/>
        <a:lstStyle/>
        <a:p>
          <a:endParaRPr lang="ru-RU"/>
        </a:p>
      </dgm:t>
    </dgm:pt>
    <dgm:pt modelId="{B0DDB90C-480A-49BF-B7C5-E32AFE6AF454}" type="pres">
      <dgm:prSet presAssocID="{10366EA2-50CC-49C1-88B8-10989A5F91AB}" presName="rootConnector" presStyleLbl="node3" presStyleIdx="16" presStyleCnt="18"/>
      <dgm:spPr/>
      <dgm:t>
        <a:bodyPr/>
        <a:lstStyle/>
        <a:p>
          <a:endParaRPr lang="ru-RU"/>
        </a:p>
      </dgm:t>
    </dgm:pt>
    <dgm:pt modelId="{9937B41A-AD1A-484B-83BC-8A4312C54EB9}" type="pres">
      <dgm:prSet presAssocID="{10366EA2-50CC-49C1-88B8-10989A5F91AB}" presName="hierChild4" presStyleCnt="0"/>
      <dgm:spPr/>
    </dgm:pt>
    <dgm:pt modelId="{ECB10F88-6B8B-48A5-9A2E-1D6B0F54A137}" type="pres">
      <dgm:prSet presAssocID="{10366EA2-50CC-49C1-88B8-10989A5F91AB}" presName="hierChild5" presStyleCnt="0"/>
      <dgm:spPr/>
    </dgm:pt>
    <dgm:pt modelId="{8FEFD19C-0C7C-486F-83AB-1C4FFD295492}" type="pres">
      <dgm:prSet presAssocID="{B1F53B27-A58B-4F7D-B59B-7EA7E104B228}" presName="Name37" presStyleLbl="parChTrans1D3" presStyleIdx="17" presStyleCnt="18"/>
      <dgm:spPr/>
      <dgm:t>
        <a:bodyPr/>
        <a:lstStyle/>
        <a:p>
          <a:endParaRPr lang="ru-RU"/>
        </a:p>
      </dgm:t>
    </dgm:pt>
    <dgm:pt modelId="{447DC29E-5C43-4B49-A832-B396F9AFE6F2}" type="pres">
      <dgm:prSet presAssocID="{2E239A0C-91AC-45CA-9368-5B4878F74BF5}" presName="hierRoot2" presStyleCnt="0">
        <dgm:presLayoutVars>
          <dgm:hierBranch val="init"/>
        </dgm:presLayoutVars>
      </dgm:prSet>
      <dgm:spPr/>
    </dgm:pt>
    <dgm:pt modelId="{C1EA9C10-4EAC-47C8-ACD1-68F316674F8B}" type="pres">
      <dgm:prSet presAssocID="{2E239A0C-91AC-45CA-9368-5B4878F74BF5}" presName="rootComposite" presStyleCnt="0"/>
      <dgm:spPr/>
    </dgm:pt>
    <dgm:pt modelId="{EA52590B-CFDF-40A2-AF47-DA6EC686881F}" type="pres">
      <dgm:prSet presAssocID="{2E239A0C-91AC-45CA-9368-5B4878F74BF5}" presName="rootText" presStyleLbl="node3" presStyleIdx="17" presStyleCnt="18" custScaleY="154415">
        <dgm:presLayoutVars>
          <dgm:chPref val="3"/>
        </dgm:presLayoutVars>
      </dgm:prSet>
      <dgm:spPr/>
      <dgm:t>
        <a:bodyPr/>
        <a:lstStyle/>
        <a:p>
          <a:endParaRPr lang="ru-RU"/>
        </a:p>
      </dgm:t>
    </dgm:pt>
    <dgm:pt modelId="{DA9BA9C7-A972-42C4-9844-E2A0D465836C}" type="pres">
      <dgm:prSet presAssocID="{2E239A0C-91AC-45CA-9368-5B4878F74BF5}" presName="rootConnector" presStyleLbl="node3" presStyleIdx="17" presStyleCnt="18"/>
      <dgm:spPr/>
      <dgm:t>
        <a:bodyPr/>
        <a:lstStyle/>
        <a:p>
          <a:endParaRPr lang="ru-RU"/>
        </a:p>
      </dgm:t>
    </dgm:pt>
    <dgm:pt modelId="{EF51AA19-1930-4DC1-8F29-A59E84B61212}" type="pres">
      <dgm:prSet presAssocID="{2E239A0C-91AC-45CA-9368-5B4878F74BF5}" presName="hierChild4" presStyleCnt="0"/>
      <dgm:spPr/>
    </dgm:pt>
    <dgm:pt modelId="{7976E7C4-C329-42E3-97C8-41BFBB9FEF3E}" type="pres">
      <dgm:prSet presAssocID="{2E239A0C-91AC-45CA-9368-5B4878F74BF5}" presName="hierChild5" presStyleCnt="0"/>
      <dgm:spPr/>
    </dgm:pt>
    <dgm:pt modelId="{398C635A-B796-4141-A9B8-391E080E9E12}" type="pres">
      <dgm:prSet presAssocID="{BFD5A063-59B5-447B-94EF-E6B7D1FD1F7B}" presName="hierChild5" presStyleCnt="0"/>
      <dgm:spPr/>
    </dgm:pt>
    <dgm:pt modelId="{5899CF3F-BBB0-43BF-BD0D-831969F6D44F}" type="pres">
      <dgm:prSet presAssocID="{67311CB3-109C-46B9-B76F-37F09BC87FB8}" presName="hierChild3" presStyleCnt="0"/>
      <dgm:spPr/>
    </dgm:pt>
  </dgm:ptLst>
  <dgm:cxnLst>
    <dgm:cxn modelId="{15D85157-CBDA-4565-BA9E-F35D4A5F840F}" type="presOf" srcId="{0401963B-C5C8-4B37-AA5C-12B12EF43644}" destId="{3CE96832-264D-40F1-BAEC-B8437EA5B4BD}" srcOrd="1" destOrd="0" presId="urn:microsoft.com/office/officeart/2005/8/layout/orgChart1"/>
    <dgm:cxn modelId="{9D708C33-7382-458D-9A93-1BEF07DFF66B}" type="presOf" srcId="{1BC63B09-BD53-4A91-A71F-9C586D415CC0}" destId="{904270A0-F6E2-4DED-BDF5-8BF57B2617F8}" srcOrd="0" destOrd="0" presId="urn:microsoft.com/office/officeart/2005/8/layout/orgChart1"/>
    <dgm:cxn modelId="{49733D4A-7080-4823-B70F-95E7E910111D}" type="presOf" srcId="{21E333E8-D0AA-4BB1-B080-2DC24E0A5885}" destId="{817CD98C-41F0-4812-A879-290D628ACBFA}" srcOrd="0" destOrd="0" presId="urn:microsoft.com/office/officeart/2005/8/layout/orgChart1"/>
    <dgm:cxn modelId="{AF2FB7B7-7276-4E47-807F-FCBC960926A5}" type="presOf" srcId="{FC21C93D-DC85-48D8-86DB-05D0F08AC0E5}" destId="{84EB111F-D658-4ECD-9CFF-26E3ED93B6C1}" srcOrd="1" destOrd="0" presId="urn:microsoft.com/office/officeart/2005/8/layout/orgChart1"/>
    <dgm:cxn modelId="{ACB337E9-CD66-4AA2-9411-31F0F874B360}" type="presOf" srcId="{A3F97E12-F049-42E8-A329-9DB208E5D580}" destId="{32948EA7-FD1D-4680-B7FA-F358321F6011}" srcOrd="0" destOrd="0" presId="urn:microsoft.com/office/officeart/2005/8/layout/orgChart1"/>
    <dgm:cxn modelId="{BF450D7E-E47C-4775-8DC9-A02D17DE763D}" srcId="{BFD5A063-59B5-447B-94EF-E6B7D1FD1F7B}" destId="{55C9ADE5-D7EE-460D-9F09-263EE98093D0}" srcOrd="0" destOrd="0" parTransId="{AAA040CA-1E7B-4416-8E05-CF399D7711D8}" sibTransId="{6D6068CE-EA7A-4B61-BAD7-75020A1ABFA6}"/>
    <dgm:cxn modelId="{CB1E8000-3E98-46C5-AA35-B1948A50BE02}" type="presOf" srcId="{67311CB3-109C-46B9-B76F-37F09BC87FB8}" destId="{5FF99F5E-9853-4F94-92A6-39287225F4E4}" srcOrd="1" destOrd="0" presId="urn:microsoft.com/office/officeart/2005/8/layout/orgChart1"/>
    <dgm:cxn modelId="{C76B9257-79F9-44A2-9F17-E927802A3FA8}" type="presOf" srcId="{09FC0D84-A72F-40E9-8F79-EE785EE03FB0}" destId="{BB7FF550-E7C6-4434-A49B-CE2B2C22025F}" srcOrd="1" destOrd="0" presId="urn:microsoft.com/office/officeart/2005/8/layout/orgChart1"/>
    <dgm:cxn modelId="{41313921-CC89-4432-A781-F0F25E386A8C}" type="presOf" srcId="{05F90DEB-AE3C-44C1-9DD2-E57BC42A926C}" destId="{87D9D619-8F4E-4DB1-831B-1C62364F0F80}" srcOrd="1" destOrd="0" presId="urn:microsoft.com/office/officeart/2005/8/layout/orgChart1"/>
    <dgm:cxn modelId="{2D661436-4A4C-4F14-B2C2-D88555DA6448}" type="presOf" srcId="{29FB258C-7BE5-4538-878E-01422586F10C}" destId="{11E031FB-583F-4C01-80C3-1FDBEABFE5E7}" srcOrd="0" destOrd="0" presId="urn:microsoft.com/office/officeart/2005/8/layout/orgChart1"/>
    <dgm:cxn modelId="{848CE21F-90EE-4AE0-A9CD-035B4CBF2415}" type="presOf" srcId="{55C9ADE5-D7EE-460D-9F09-263EE98093D0}" destId="{8658EA93-3C2D-4AF4-830F-B4FD186481E3}" srcOrd="0" destOrd="0" presId="urn:microsoft.com/office/officeart/2005/8/layout/orgChart1"/>
    <dgm:cxn modelId="{BDD534E3-3B5D-4158-8C06-CEC66AAF7364}" type="presOf" srcId="{46C08A11-D2F1-4975-A385-E3D8F597A0D8}" destId="{2394BA9E-F2C1-4992-85B3-687E3EB3FAAB}" srcOrd="0" destOrd="0" presId="urn:microsoft.com/office/officeart/2005/8/layout/orgChart1"/>
    <dgm:cxn modelId="{30B97442-9C3F-42B8-AA83-3BAF485ECD1B}" type="presOf" srcId="{55C9ADE5-D7EE-460D-9F09-263EE98093D0}" destId="{2ED46A47-4DA3-452F-9635-C495B0928063}" srcOrd="1" destOrd="0" presId="urn:microsoft.com/office/officeart/2005/8/layout/orgChart1"/>
    <dgm:cxn modelId="{8494F6D1-C5D8-4F95-8E5B-5C09A8A1069F}" srcId="{97469CD5-7B1F-4B6B-B4F0-FE4E9AFE711A}" destId="{67311CB3-109C-46B9-B76F-37F09BC87FB8}" srcOrd="0" destOrd="0" parTransId="{1424F8FA-CFCE-4258-844E-6A346611BA17}" sibTransId="{DAE143A6-D787-4853-A842-71DB8FCE7368}"/>
    <dgm:cxn modelId="{CF1FF7D9-B635-4A69-8D74-F6A3F5517545}" type="presOf" srcId="{65C2C103-FAB9-4018-B35C-FC6D22801B9C}" destId="{96AB205A-90F2-475C-8F9F-F9B32A472EDE}" srcOrd="1" destOrd="0" presId="urn:microsoft.com/office/officeart/2005/8/layout/orgChart1"/>
    <dgm:cxn modelId="{23A03583-4E91-4D8B-9BB6-4D4C444B4A21}" type="presOf" srcId="{B1CC0504-5D7D-493D-8CA3-36144914666B}" destId="{155A8F69-B8F8-4310-A62D-F5754951A988}" srcOrd="0" destOrd="0" presId="urn:microsoft.com/office/officeart/2005/8/layout/orgChart1"/>
    <dgm:cxn modelId="{22DBAEB0-5F42-4CB5-B9B0-CF2E09687B33}" type="presOf" srcId="{10366EA2-50CC-49C1-88B8-10989A5F91AB}" destId="{B0DDB90C-480A-49BF-B7C5-E32AFE6AF454}" srcOrd="1" destOrd="0" presId="urn:microsoft.com/office/officeart/2005/8/layout/orgChart1"/>
    <dgm:cxn modelId="{C8E02646-2759-4717-B346-DAFAD63D2DCB}" type="presOf" srcId="{5CBC27ED-1287-4952-80D3-613D1E53ED49}" destId="{38302DF3-DE7D-437B-82FC-5EC6468F14E7}" srcOrd="0" destOrd="0" presId="urn:microsoft.com/office/officeart/2005/8/layout/orgChart1"/>
    <dgm:cxn modelId="{0D684822-B68F-4519-AE05-0A309926FD40}" srcId="{D1B518AB-E39E-4446-8DBA-F9C2751218AE}" destId="{B139113E-9EF2-4FA8-AC3D-7EDED780A863}" srcOrd="1" destOrd="0" parTransId="{A5A791D8-6008-4E2C-9070-DB16F81A22DC}" sibTransId="{5BCDD3CF-884B-426B-B4FA-0BB2656A80C3}"/>
    <dgm:cxn modelId="{F6BA610A-8051-4C40-A801-D130FF89CBCB}" type="presOf" srcId="{3FD18506-5F88-428E-B42F-A243C8681598}" destId="{2AEF225B-7794-4DA6-B87A-747ACBB3B722}" srcOrd="0" destOrd="0" presId="urn:microsoft.com/office/officeart/2005/8/layout/orgChart1"/>
    <dgm:cxn modelId="{5460A482-531E-4806-A2B2-DBE6682F70B2}" type="presOf" srcId="{F1C2010C-6143-4582-811B-D2FB3133CE24}" destId="{7DCF13A5-F1EA-4CAC-AC22-B92A1911F45E}" srcOrd="0" destOrd="0" presId="urn:microsoft.com/office/officeart/2005/8/layout/orgChart1"/>
    <dgm:cxn modelId="{1D574EAA-F5B2-4AB7-9702-D6E4EABA6416}" type="presOf" srcId="{10366EA2-50CC-49C1-88B8-10989A5F91AB}" destId="{29DA439F-D3FF-431C-BBD8-A79B0D823068}" srcOrd="0" destOrd="0" presId="urn:microsoft.com/office/officeart/2005/8/layout/orgChart1"/>
    <dgm:cxn modelId="{E94C6F37-838C-40E7-97E2-6E654D310D23}" type="presOf" srcId="{676CF353-9079-42AD-9C73-A0E3BA3F2EEB}" destId="{0566DBCC-E165-40FE-AFF9-45A0F42E84D5}" srcOrd="0" destOrd="0" presId="urn:microsoft.com/office/officeart/2005/8/layout/orgChart1"/>
    <dgm:cxn modelId="{57A5E01A-A5A9-45FF-82BC-3AAB55A3CBE5}" type="presOf" srcId="{AAA040CA-1E7B-4416-8E05-CF399D7711D8}" destId="{E69F3DE5-D9E0-43DD-B53A-536066134EE4}" srcOrd="0" destOrd="0" presId="urn:microsoft.com/office/officeart/2005/8/layout/orgChart1"/>
    <dgm:cxn modelId="{EC0C81D1-062E-4AC4-9957-5CB630EB6D3F}" type="presOf" srcId="{E88B8E74-60B3-4978-9B85-0C1C7340F8B8}" destId="{C2C14C46-24E6-4AEE-B3CF-22361CACB76D}" srcOrd="0" destOrd="0" presId="urn:microsoft.com/office/officeart/2005/8/layout/orgChart1"/>
    <dgm:cxn modelId="{D64FF913-B47C-4BE1-AE83-74C940FD307E}" type="presOf" srcId="{51107CEF-7AA2-4709-8077-A98E7E351201}" destId="{146C10C7-F01D-4165-97E2-4F176DBF6C07}" srcOrd="1" destOrd="0" presId="urn:microsoft.com/office/officeart/2005/8/layout/orgChart1"/>
    <dgm:cxn modelId="{24A80868-B7FF-490B-B6C3-B379F138E816}" srcId="{BFD5A063-59B5-447B-94EF-E6B7D1FD1F7B}" destId="{2E239A0C-91AC-45CA-9368-5B4878F74BF5}" srcOrd="2" destOrd="0" parTransId="{B1F53B27-A58B-4F7D-B59B-7EA7E104B228}" sibTransId="{8CAFBE48-FAEE-47DF-A5F6-F0AB970AB372}"/>
    <dgm:cxn modelId="{EAA87009-A524-40A7-ACB0-7CC51EB5DDA9}" type="presOf" srcId="{BFD5A063-59B5-447B-94EF-E6B7D1FD1F7B}" destId="{081477E0-DDC9-4793-96FD-B690BA999D2D}" srcOrd="1" destOrd="0" presId="urn:microsoft.com/office/officeart/2005/8/layout/orgChart1"/>
    <dgm:cxn modelId="{FD4A26F8-DF59-4DEA-B07D-FFE77F7F9D34}" type="presOf" srcId="{1BC63B09-BD53-4A91-A71F-9C586D415CC0}" destId="{4DB07CFD-C637-4F17-A235-0DB3B7DD6079}" srcOrd="1" destOrd="0" presId="urn:microsoft.com/office/officeart/2005/8/layout/orgChart1"/>
    <dgm:cxn modelId="{5503CC2D-0D35-4D76-87AD-1599658AC981}" type="presOf" srcId="{3F80D997-79F5-4239-B3CB-119CC8CF4689}" destId="{432193F6-334F-46CE-8BBB-A1D998154548}" srcOrd="0" destOrd="0" presId="urn:microsoft.com/office/officeart/2005/8/layout/orgChart1"/>
    <dgm:cxn modelId="{15DAD32B-5D32-4562-8166-9CCF19F8790C}" type="presOf" srcId="{97469CD5-7B1F-4B6B-B4F0-FE4E9AFE711A}" destId="{6ADC87D0-6DFA-495E-A75B-F527DDE2B621}" srcOrd="0" destOrd="0" presId="urn:microsoft.com/office/officeart/2005/8/layout/orgChart1"/>
    <dgm:cxn modelId="{D41AA764-DCEE-4BAD-9C47-B7E20D8DB22B}" srcId="{D1B518AB-E39E-4446-8DBA-F9C2751218AE}" destId="{E88B8E74-60B3-4978-9B85-0C1C7340F8B8}" srcOrd="0" destOrd="0" parTransId="{5CBC27ED-1287-4952-80D3-613D1E53ED49}" sibTransId="{2F3CF4E8-C5B5-4061-A11A-D9F2608BD303}"/>
    <dgm:cxn modelId="{245F62F6-1E00-4AB8-9BBE-2A5B1FB013B3}" type="presOf" srcId="{09FC0D84-A72F-40E9-8F79-EE785EE03FB0}" destId="{72460CD1-4153-4E05-8207-93C80A44F668}" srcOrd="0" destOrd="0" presId="urn:microsoft.com/office/officeart/2005/8/layout/orgChart1"/>
    <dgm:cxn modelId="{55BEACAB-5835-417F-BE44-61F539680436}" type="presOf" srcId="{3FD18506-5F88-428E-B42F-A243C8681598}" destId="{106E0EBC-63D6-4F0D-A775-F46A83010447}" srcOrd="1" destOrd="0" presId="urn:microsoft.com/office/officeart/2005/8/layout/orgChart1"/>
    <dgm:cxn modelId="{B619F663-0E0F-49A3-B103-F88F8E0347F2}" srcId="{BDC10FE1-D753-479E-B24B-277EC0B113FF}" destId="{65C2C103-FAB9-4018-B35C-FC6D22801B9C}" srcOrd="2" destOrd="0" parTransId="{4268D0B9-A913-4904-9726-E9D77D846AD7}" sibTransId="{AA2FD43A-45ED-4FB9-A26C-1AA8BD15E399}"/>
    <dgm:cxn modelId="{F113AC12-B356-438B-BAC3-121F580BD651}" type="presOf" srcId="{C81D7892-EBD5-48B6-B681-02DCB45EE6B8}" destId="{25126E13-4C6E-4F3F-9B45-A15CEAE23145}" srcOrd="1" destOrd="0" presId="urn:microsoft.com/office/officeart/2005/8/layout/orgChart1"/>
    <dgm:cxn modelId="{329D5231-26C9-4AF8-BC0B-3392D7AFA216}" type="presOf" srcId="{B139113E-9EF2-4FA8-AC3D-7EDED780A863}" destId="{59F5DC81-9F00-48B1-94E8-E080C3111CDD}" srcOrd="1" destOrd="0" presId="urn:microsoft.com/office/officeart/2005/8/layout/orgChart1"/>
    <dgm:cxn modelId="{980043FB-3F38-43FB-8CBC-1D85447D7A9A}" type="presOf" srcId="{BCFCE94E-4BB8-4E4F-A555-1D9FFC8A197E}" destId="{DFFFE7D7-AF10-49A8-B959-0FFFB1BBB33D}" srcOrd="0" destOrd="0" presId="urn:microsoft.com/office/officeart/2005/8/layout/orgChart1"/>
    <dgm:cxn modelId="{3932B729-D767-440B-A8E0-120999E4C571}" type="presOf" srcId="{FC21C93D-DC85-48D8-86DB-05D0F08AC0E5}" destId="{2EE170BA-AB81-4F81-82DF-0D03D8693A13}" srcOrd="0" destOrd="0" presId="urn:microsoft.com/office/officeart/2005/8/layout/orgChart1"/>
    <dgm:cxn modelId="{171F7FFC-A69F-4305-9473-C8A8A389E154}" type="presOf" srcId="{D1B518AB-E39E-4446-8DBA-F9C2751218AE}" destId="{AC1A128A-E772-466F-92D4-01DBFFA4947E}" srcOrd="0" destOrd="0" presId="urn:microsoft.com/office/officeart/2005/8/layout/orgChart1"/>
    <dgm:cxn modelId="{8D346E96-80F0-421C-B1B5-7531784C3C31}" type="presOf" srcId="{1B1742E4-563C-4127-8CAF-F9EAE51524C1}" destId="{4919AFBF-B11A-4637-8686-5A9DC254117F}" srcOrd="0" destOrd="0" presId="urn:microsoft.com/office/officeart/2005/8/layout/orgChart1"/>
    <dgm:cxn modelId="{DBB944B1-67B1-45EA-B8B3-A977D8994319}" type="presOf" srcId="{D66F75DE-CCF8-4C1F-B439-2F5906C88E3F}" destId="{BD655E60-37C2-4F1A-AB4A-9F6CD3C11ED7}" srcOrd="1" destOrd="0" presId="urn:microsoft.com/office/officeart/2005/8/layout/orgChart1"/>
    <dgm:cxn modelId="{F39B1B13-4B5F-421A-92FA-E1DF0D860DCA}" type="presOf" srcId="{2E239A0C-91AC-45CA-9368-5B4878F74BF5}" destId="{DA9BA9C7-A972-42C4-9844-E2A0D465836C}" srcOrd="1" destOrd="0" presId="urn:microsoft.com/office/officeart/2005/8/layout/orgChart1"/>
    <dgm:cxn modelId="{6CC341C4-D0A4-4FA0-BE57-C8295A28C02A}" srcId="{67311CB3-109C-46B9-B76F-37F09BC87FB8}" destId="{E7AB3792-752F-416D-B6A8-E14C34FAF644}" srcOrd="3" destOrd="0" parTransId="{F1C2010C-6143-4582-811B-D2FB3133CE24}" sibTransId="{5EA4260F-A95D-40EB-A0D7-F4978D69031B}"/>
    <dgm:cxn modelId="{65C16D58-9D19-40FD-BB69-50B56B53A24F}" srcId="{67311CB3-109C-46B9-B76F-37F09BC87FB8}" destId="{BDC10FE1-D753-479E-B24B-277EC0B113FF}" srcOrd="1" destOrd="0" parTransId="{29FB258C-7BE5-4538-878E-01422586F10C}" sibTransId="{9F7F33CF-4C65-4727-A4D5-0B7FD826668F}"/>
    <dgm:cxn modelId="{E03CC5A9-4525-488C-AC1D-3182FFB466A4}" type="presOf" srcId="{E88B8E74-60B3-4978-9B85-0C1C7340F8B8}" destId="{6741B40F-68DC-4A4C-8FC6-C5BA40B110E6}" srcOrd="1" destOrd="0" presId="urn:microsoft.com/office/officeart/2005/8/layout/orgChart1"/>
    <dgm:cxn modelId="{5883BDE2-CE9A-4BF5-B673-A025697C1097}" srcId="{D1B518AB-E39E-4446-8DBA-F9C2751218AE}" destId="{C81D7892-EBD5-48B6-B681-02DCB45EE6B8}" srcOrd="3" destOrd="0" parTransId="{B0E710B2-6E8C-4E16-88DF-7E16B502B811}" sibTransId="{77E36140-1377-4856-AE55-B545676776EC}"/>
    <dgm:cxn modelId="{2BD2CE5A-A10E-4C1F-959D-7FA77EE2B5B4}" type="presOf" srcId="{F52FBE81-D141-4231-90EA-324F28345733}" destId="{2ABA487D-CE65-4527-B1F8-B1870A46BF74}" srcOrd="0" destOrd="0" presId="urn:microsoft.com/office/officeart/2005/8/layout/orgChart1"/>
    <dgm:cxn modelId="{6213481A-AD93-40D5-814A-7EF22229BF0F}" type="presOf" srcId="{0401963B-C5C8-4B37-AA5C-12B12EF43644}" destId="{B5A80D35-844E-4A36-9413-62BB64A362CC}" srcOrd="0" destOrd="0" presId="urn:microsoft.com/office/officeart/2005/8/layout/orgChart1"/>
    <dgm:cxn modelId="{FFA9553F-82C7-4A6D-B67F-D33A688205C6}" type="presOf" srcId="{05F90DEB-AE3C-44C1-9DD2-E57BC42A926C}" destId="{19DD031C-2955-4A6B-AE73-4131B264D1E2}" srcOrd="0" destOrd="0" presId="urn:microsoft.com/office/officeart/2005/8/layout/orgChart1"/>
    <dgm:cxn modelId="{4C9FD0BE-F9E6-4179-9706-844B8300409E}" type="presOf" srcId="{65C2C103-FAB9-4018-B35C-FC6D22801B9C}" destId="{0AEE17E0-6236-4A21-845B-81F19B4B6255}" srcOrd="0" destOrd="0" presId="urn:microsoft.com/office/officeart/2005/8/layout/orgChart1"/>
    <dgm:cxn modelId="{E74CD560-2874-406E-A38E-50E87C5BCB6C}" srcId="{E7AB3792-752F-416D-B6A8-E14C34FAF644}" destId="{F52FBE81-D141-4231-90EA-324F28345733}" srcOrd="1" destOrd="0" parTransId="{AD253BFD-1AB0-46CA-ADB3-EB87BF48E39D}" sibTransId="{D3AF78C5-E9CD-47B4-B83D-C873A15F77BA}"/>
    <dgm:cxn modelId="{DBC19443-30D8-4C61-8175-00FF8E8718B8}" type="presOf" srcId="{E7AB3792-752F-416D-B6A8-E14C34FAF644}" destId="{9BB17531-8A4E-461C-8B1B-D284A9D50305}" srcOrd="1" destOrd="0" presId="urn:microsoft.com/office/officeart/2005/8/layout/orgChart1"/>
    <dgm:cxn modelId="{586B9A62-0CD1-42F8-B538-3190A1F47563}" type="presOf" srcId="{66EABC65-3AE1-4DE8-8F61-A0B2DB7C8A6F}" destId="{401E8356-F0FE-41EC-95B7-5FB734CAC318}" srcOrd="0" destOrd="0" presId="urn:microsoft.com/office/officeart/2005/8/layout/orgChart1"/>
    <dgm:cxn modelId="{11CEA2CE-0C72-4871-84F4-C84969E18887}" srcId="{67311CB3-109C-46B9-B76F-37F09BC87FB8}" destId="{D1B518AB-E39E-4446-8DBA-F9C2751218AE}" srcOrd="0" destOrd="0" parTransId="{FE80C27D-D330-45ED-802E-9CC9A1C600AD}" sibTransId="{EFCE87A0-A00A-49E7-924E-38C3267EFBFF}"/>
    <dgm:cxn modelId="{B83524DC-EE30-4345-9836-A9AE907CA85B}" srcId="{BFD5A063-59B5-447B-94EF-E6B7D1FD1F7B}" destId="{10366EA2-50CC-49C1-88B8-10989A5F91AB}" srcOrd="1" destOrd="0" parTransId="{3F80D997-79F5-4239-B3CB-119CC8CF4689}" sibTransId="{EE85935E-E379-472F-804E-AACA2C34A744}"/>
    <dgm:cxn modelId="{A7D7DFF3-61E3-4FB1-9732-BF0C74F3D462}" srcId="{676CF353-9079-42AD-9C73-A0E3BA3F2EEB}" destId="{3FD18506-5F88-428E-B42F-A243C8681598}" srcOrd="0" destOrd="0" parTransId="{46C08A11-D2F1-4975-A385-E3D8F597A0D8}" sibTransId="{9E7BEE6E-43AB-425C-A021-6F5ED87A6C04}"/>
    <dgm:cxn modelId="{1D0571AF-B775-4AE3-AE37-EAB6A4ABFCB8}" type="presOf" srcId="{2E239A0C-91AC-45CA-9368-5B4878F74BF5}" destId="{EA52590B-CFDF-40A2-AF47-DA6EC686881F}" srcOrd="0" destOrd="0" presId="urn:microsoft.com/office/officeart/2005/8/layout/orgChart1"/>
    <dgm:cxn modelId="{4F638147-7F8D-44D4-BBF0-33F57BE0280F}" type="presOf" srcId="{B0E710B2-6E8C-4E16-88DF-7E16B502B811}" destId="{A5B61482-6416-4076-8E39-F807282DF1A6}" srcOrd="0" destOrd="0" presId="urn:microsoft.com/office/officeart/2005/8/layout/orgChart1"/>
    <dgm:cxn modelId="{299EDAFB-4AD1-4062-9E0F-1B573CABA3A5}" type="presOf" srcId="{A020BC3F-9A49-4AA5-BAEA-FD9C3B3D90E5}" destId="{4D7A2CB1-72B3-4C9C-8BEF-86A5A7E1F9F5}" srcOrd="1" destOrd="0" presId="urn:microsoft.com/office/officeart/2005/8/layout/orgChart1"/>
    <dgm:cxn modelId="{8CBF346F-4ABB-49D5-BBDE-6630FB6EBA0C}" srcId="{D1B518AB-E39E-4446-8DBA-F9C2751218AE}" destId="{51107CEF-7AA2-4709-8077-A98E7E351201}" srcOrd="4" destOrd="0" parTransId="{1B1742E4-563C-4127-8CAF-F9EAE51524C1}" sibTransId="{009178BE-7732-41E9-A7C5-D2DBFFCE13FB}"/>
    <dgm:cxn modelId="{706663E5-8DA9-4576-A4B5-CBAD7E0EA11A}" type="presOf" srcId="{E7AB3792-752F-416D-B6A8-E14C34FAF644}" destId="{3D7CA536-5F6C-4AC7-9FDD-0AD04099016D}" srcOrd="0" destOrd="0" presId="urn:microsoft.com/office/officeart/2005/8/layout/orgChart1"/>
    <dgm:cxn modelId="{F1A57EFE-C786-49D4-8F3E-11DE814DB35C}" type="presOf" srcId="{AD253BFD-1AB0-46CA-ADB3-EB87BF48E39D}" destId="{8D593B01-D33E-45A7-98A6-3E3E7A46FE64}" srcOrd="0" destOrd="0" presId="urn:microsoft.com/office/officeart/2005/8/layout/orgChart1"/>
    <dgm:cxn modelId="{2C0CF47A-BE1F-4C60-9DE0-FF591CFDCB91}" type="presOf" srcId="{08DE5748-01B0-4305-911E-7410500C9063}" destId="{87AC20AA-5CAF-4411-A8B7-5EBA6688FC04}" srcOrd="0" destOrd="0" presId="urn:microsoft.com/office/officeart/2005/8/layout/orgChart1"/>
    <dgm:cxn modelId="{0F566791-E587-4C60-8AA2-FA15F32BAC80}" type="presOf" srcId="{21E333E8-D0AA-4BB1-B080-2DC24E0A5885}" destId="{F18C82E2-5667-417B-857D-8B24ACF351AF}" srcOrd="1" destOrd="0" presId="urn:microsoft.com/office/officeart/2005/8/layout/orgChart1"/>
    <dgm:cxn modelId="{F211E763-A561-4678-913A-5F8C66EC7DC5}" type="presOf" srcId="{4268D0B9-A913-4904-9726-E9D77D846AD7}" destId="{D8C227EF-7A83-46C8-AADA-85001E9E1CE1}" srcOrd="0" destOrd="0" presId="urn:microsoft.com/office/officeart/2005/8/layout/orgChart1"/>
    <dgm:cxn modelId="{8596B957-B76F-4A08-878E-4B76A04E3A3C}" type="presOf" srcId="{A020BC3F-9A49-4AA5-BAEA-FD9C3B3D90E5}" destId="{081F5FE1-621B-4BF7-A3B6-5ECDE195F5AA}" srcOrd="0" destOrd="0" presId="urn:microsoft.com/office/officeart/2005/8/layout/orgChart1"/>
    <dgm:cxn modelId="{4D6C1028-0CC2-45A5-B2EE-C3C1DED65260}" type="presOf" srcId="{BDC10FE1-D753-479E-B24B-277EC0B113FF}" destId="{8972DD74-F487-476F-9546-B2B3DDB2179A}" srcOrd="1" destOrd="0" presId="urn:microsoft.com/office/officeart/2005/8/layout/orgChart1"/>
    <dgm:cxn modelId="{32046168-8456-4E6D-A9DE-50BBDCA5DB1D}" type="presOf" srcId="{80358490-0D28-4D2A-BCFC-D7F5D39E219C}" destId="{7D9550C5-69DD-4F13-BA32-BBF76C644FF6}" srcOrd="0" destOrd="0" presId="urn:microsoft.com/office/officeart/2005/8/layout/orgChart1"/>
    <dgm:cxn modelId="{85AFD061-BBE0-4853-86B0-437A0032EC9E}" type="presOf" srcId="{D66F75DE-CCF8-4C1F-B439-2F5906C88E3F}" destId="{CE9267AB-85FD-47B0-BD68-45502FCFAF76}" srcOrd="0" destOrd="0" presId="urn:microsoft.com/office/officeart/2005/8/layout/orgChart1"/>
    <dgm:cxn modelId="{C1C6795B-2BAA-49AA-A830-04ED438D4CE1}" type="presOf" srcId="{67311CB3-109C-46B9-B76F-37F09BC87FB8}" destId="{55972A7D-851D-4CD9-89C5-1F48E5202094}" srcOrd="0" destOrd="0" presId="urn:microsoft.com/office/officeart/2005/8/layout/orgChart1"/>
    <dgm:cxn modelId="{5B6E0826-01FA-46C4-BE4F-06D8E461486B}" type="presOf" srcId="{BDC10FE1-D753-479E-B24B-277EC0B113FF}" destId="{58AA99D6-9CCF-4B8F-8672-F06C368877C4}" srcOrd="0" destOrd="0" presId="urn:microsoft.com/office/officeart/2005/8/layout/orgChart1"/>
    <dgm:cxn modelId="{F7E0FA3F-4932-4D18-96FB-9A2B111714A5}" srcId="{67311CB3-109C-46B9-B76F-37F09BC87FB8}" destId="{676CF353-9079-42AD-9C73-A0E3BA3F2EEB}" srcOrd="2" destOrd="0" parTransId="{8F474775-CA39-4035-A103-AB8222EB85BF}" sibTransId="{49BEFBDC-D103-4236-80C9-6690D6CAF108}"/>
    <dgm:cxn modelId="{14788D55-4576-4276-9A54-8AE152C1FBF2}" srcId="{E7AB3792-752F-416D-B6A8-E14C34FAF644}" destId="{05F90DEB-AE3C-44C1-9DD2-E57BC42A926C}" srcOrd="0" destOrd="0" parTransId="{BCFCE94E-4BB8-4E4F-A555-1D9FFC8A197E}" sibTransId="{BF661419-4E8C-4C1A-A3D2-F9DE4F3A5170}"/>
    <dgm:cxn modelId="{72E6BA17-03FF-4172-9A54-0E905377CAA9}" srcId="{BDC10FE1-D753-479E-B24B-277EC0B113FF}" destId="{D66F75DE-CCF8-4C1F-B439-2F5906C88E3F}" srcOrd="3" destOrd="0" parTransId="{66EABC65-3AE1-4DE8-8F61-A0B2DB7C8A6F}" sibTransId="{6DFB517B-DB26-4E00-AE90-FF4C27C720C1}"/>
    <dgm:cxn modelId="{79971E1C-D8D5-441B-9032-31ABCC1FF88C}" type="presOf" srcId="{676CF353-9079-42AD-9C73-A0E3BA3F2EEB}" destId="{EF434A47-1FEA-41DC-8054-560524D5D3CC}" srcOrd="1" destOrd="0" presId="urn:microsoft.com/office/officeart/2005/8/layout/orgChart1"/>
    <dgm:cxn modelId="{9324B5F2-3BB9-4F6F-BE89-5C275123153E}" type="presOf" srcId="{FE80C27D-D330-45ED-802E-9CC9A1C600AD}" destId="{9693B11A-4FF9-4395-85B2-3F30B571C3C2}" srcOrd="0" destOrd="0" presId="urn:microsoft.com/office/officeart/2005/8/layout/orgChart1"/>
    <dgm:cxn modelId="{831D8975-F519-4FF9-9BC8-9DAFA5DD8D55}" srcId="{BDC10FE1-D753-479E-B24B-277EC0B113FF}" destId="{A020BC3F-9A49-4AA5-BAEA-FD9C3B3D90E5}" srcOrd="1" destOrd="0" parTransId="{B1CC0504-5D7D-493D-8CA3-36144914666B}" sibTransId="{08F94E20-449D-4863-BFED-9BF2B825F8BB}"/>
    <dgm:cxn modelId="{E97F1AC3-2200-4CD9-9649-DDD9AF883CB7}" type="presOf" srcId="{B139113E-9EF2-4FA8-AC3D-7EDED780A863}" destId="{EF635200-9312-43C1-8DBB-7B604D616EB9}" srcOrd="0" destOrd="0" presId="urn:microsoft.com/office/officeart/2005/8/layout/orgChart1"/>
    <dgm:cxn modelId="{B251C159-097C-4BF6-982C-37452DD2A59A}" type="presOf" srcId="{9D3AC6F8-DAB6-4A60-8882-F1F6104D846C}" destId="{FDC4EE6C-9499-4D2B-B0A7-B81A7018FBA7}" srcOrd="0" destOrd="0" presId="urn:microsoft.com/office/officeart/2005/8/layout/orgChart1"/>
    <dgm:cxn modelId="{82F1FB2F-4B72-422E-BCAC-3271C3C4E388}" type="presOf" srcId="{8F474775-CA39-4035-A103-AB8222EB85BF}" destId="{57F4E06F-B055-40B3-8D49-CF89F171F876}" srcOrd="0" destOrd="0" presId="urn:microsoft.com/office/officeart/2005/8/layout/orgChart1"/>
    <dgm:cxn modelId="{B377F050-E75E-41B8-AAD1-C7F2D90418AC}" srcId="{BDC10FE1-D753-479E-B24B-277EC0B113FF}" destId="{0401963B-C5C8-4B37-AA5C-12B12EF43644}" srcOrd="4" destOrd="0" parTransId="{08DE5748-01B0-4305-911E-7410500C9063}" sibTransId="{2384F75E-73FE-4BCE-A6A9-CF94A2FDF944}"/>
    <dgm:cxn modelId="{FFE9A95F-5633-4596-AB10-6E6B35FB147C}" srcId="{D1B518AB-E39E-4446-8DBA-F9C2751218AE}" destId="{FC21C93D-DC85-48D8-86DB-05D0F08AC0E5}" srcOrd="2" destOrd="0" parTransId="{9F3AFED8-2FE6-4A55-BAB1-4AA0D327EE2B}" sibTransId="{52F4C193-A108-424D-8D35-841414FD7139}"/>
    <dgm:cxn modelId="{E1CEC2B2-80ED-4B02-A582-729BB9F28268}" type="presOf" srcId="{F52FBE81-D141-4231-90EA-324F28345733}" destId="{21E4B59E-C351-4190-AD26-E80C7AAE8E6F}" srcOrd="1" destOrd="0" presId="urn:microsoft.com/office/officeart/2005/8/layout/orgChart1"/>
    <dgm:cxn modelId="{4A82F5CE-03AD-4154-99F6-2A861A968922}" type="presOf" srcId="{51107CEF-7AA2-4709-8077-A98E7E351201}" destId="{AC789BCF-9E9D-4EC7-B1D2-F0C9D387A29F}" srcOrd="0" destOrd="0" presId="urn:microsoft.com/office/officeart/2005/8/layout/orgChart1"/>
    <dgm:cxn modelId="{13821F58-7EE9-4061-8E92-0743154C81FF}" type="presOf" srcId="{4ABAC048-C128-4F59-AFC0-F44B3EC5988B}" destId="{DA7550AD-B3F7-4FCC-B89C-7D415F7DDD91}" srcOrd="0" destOrd="0" presId="urn:microsoft.com/office/officeart/2005/8/layout/orgChart1"/>
    <dgm:cxn modelId="{62453F75-33B4-43A8-AD84-435DB6A27453}" srcId="{676CF353-9079-42AD-9C73-A0E3BA3F2EEB}" destId="{21E333E8-D0AA-4BB1-B080-2DC24E0A5885}" srcOrd="1" destOrd="0" parTransId="{9D3AC6F8-DAB6-4A60-8882-F1F6104D846C}" sibTransId="{3AF752F7-7DF8-40C3-B654-885E89B61CD0}"/>
    <dgm:cxn modelId="{C5896A25-8225-4CEF-BB35-4812D15B7EA3}" srcId="{676CF353-9079-42AD-9C73-A0E3BA3F2EEB}" destId="{09FC0D84-A72F-40E9-8F79-EE785EE03FB0}" srcOrd="2" destOrd="0" parTransId="{A3F97E12-F049-42E8-A329-9DB208E5D580}" sibTransId="{226A59CA-DE5A-441B-B30F-67608546CCFE}"/>
    <dgm:cxn modelId="{9016FAD7-4BB0-40A3-99C1-0D654098E12A}" srcId="{BDC10FE1-D753-479E-B24B-277EC0B113FF}" destId="{1BC63B09-BD53-4A91-A71F-9C586D415CC0}" srcOrd="0" destOrd="0" parTransId="{80358490-0D28-4D2A-BCFC-D7F5D39E219C}" sibTransId="{AD97A649-50B2-499D-A0C0-480CE7F85CF4}"/>
    <dgm:cxn modelId="{D912CB49-D849-4FAF-8D11-8C98AF246C04}" type="presOf" srcId="{B1F53B27-A58B-4F7D-B59B-7EA7E104B228}" destId="{8FEFD19C-0C7C-486F-83AB-1C4FFD295492}" srcOrd="0" destOrd="0" presId="urn:microsoft.com/office/officeart/2005/8/layout/orgChart1"/>
    <dgm:cxn modelId="{9F505B4D-8AA0-485A-8780-6644F7B46E68}" type="presOf" srcId="{A5A791D8-6008-4E2C-9070-DB16F81A22DC}" destId="{7DE86A1E-818C-4E00-A728-0C96555A30F5}" srcOrd="0" destOrd="0" presId="urn:microsoft.com/office/officeart/2005/8/layout/orgChart1"/>
    <dgm:cxn modelId="{4B94AD77-AC4D-4A1E-A796-354856BAF65F}" srcId="{67311CB3-109C-46B9-B76F-37F09BC87FB8}" destId="{BFD5A063-59B5-447B-94EF-E6B7D1FD1F7B}" srcOrd="4" destOrd="0" parTransId="{4ABAC048-C128-4F59-AFC0-F44B3EC5988B}" sibTransId="{3103D957-6F89-4D1C-B9D9-4193E28F26D9}"/>
    <dgm:cxn modelId="{43825CE2-95C1-4636-87BF-BE2C6E4901D0}" type="presOf" srcId="{D1B518AB-E39E-4446-8DBA-F9C2751218AE}" destId="{4A80E1E5-A2B5-450D-A9C9-A3C04018C3F4}" srcOrd="1" destOrd="0" presId="urn:microsoft.com/office/officeart/2005/8/layout/orgChart1"/>
    <dgm:cxn modelId="{433F4F49-D1BB-429F-A7AF-D4555DA72B39}" type="presOf" srcId="{BFD5A063-59B5-447B-94EF-E6B7D1FD1F7B}" destId="{8CE1741E-64D6-49E7-AE96-B147571805B6}" srcOrd="0" destOrd="0" presId="urn:microsoft.com/office/officeart/2005/8/layout/orgChart1"/>
    <dgm:cxn modelId="{0D79012B-73E2-485F-8EC5-271212B9D2AC}" type="presOf" srcId="{C81D7892-EBD5-48B6-B681-02DCB45EE6B8}" destId="{53FF81C4-1B07-4867-85E9-E7BFA1D8BE29}" srcOrd="0" destOrd="0" presId="urn:microsoft.com/office/officeart/2005/8/layout/orgChart1"/>
    <dgm:cxn modelId="{4F9A5DC5-351A-4AB8-9364-4D149DF222C0}" type="presOf" srcId="{9F3AFED8-2FE6-4A55-BAB1-4AA0D327EE2B}" destId="{ACB5B920-1437-4F5C-92B4-117AEF48EC12}" srcOrd="0" destOrd="0" presId="urn:microsoft.com/office/officeart/2005/8/layout/orgChart1"/>
    <dgm:cxn modelId="{EB330F84-92CC-42B4-A1FE-BD43B4F10E9F}" type="presParOf" srcId="{6ADC87D0-6DFA-495E-A75B-F527DDE2B621}" destId="{0EF6AEB2-CA2B-4445-8A2B-C964DF1F8A5F}" srcOrd="0" destOrd="0" presId="urn:microsoft.com/office/officeart/2005/8/layout/orgChart1"/>
    <dgm:cxn modelId="{2A6DC240-6B14-402E-BDA1-E7843749A8D3}" type="presParOf" srcId="{0EF6AEB2-CA2B-4445-8A2B-C964DF1F8A5F}" destId="{0F7ABB41-3236-4BEC-80EE-85590D4981FA}" srcOrd="0" destOrd="0" presId="urn:microsoft.com/office/officeart/2005/8/layout/orgChart1"/>
    <dgm:cxn modelId="{3A2CEB16-E81F-4DA8-A399-0C8087F17654}" type="presParOf" srcId="{0F7ABB41-3236-4BEC-80EE-85590D4981FA}" destId="{55972A7D-851D-4CD9-89C5-1F48E5202094}" srcOrd="0" destOrd="0" presId="urn:microsoft.com/office/officeart/2005/8/layout/orgChart1"/>
    <dgm:cxn modelId="{E2A050E7-A35A-4075-B95A-BE50A1FF9ACC}" type="presParOf" srcId="{0F7ABB41-3236-4BEC-80EE-85590D4981FA}" destId="{5FF99F5E-9853-4F94-92A6-39287225F4E4}" srcOrd="1" destOrd="0" presId="urn:microsoft.com/office/officeart/2005/8/layout/orgChart1"/>
    <dgm:cxn modelId="{76190A85-7A38-4B03-93CB-1B37F9B7B3F6}" type="presParOf" srcId="{0EF6AEB2-CA2B-4445-8A2B-C964DF1F8A5F}" destId="{2D240F32-F6D1-4D3E-B879-1355476ACD56}" srcOrd="1" destOrd="0" presId="urn:microsoft.com/office/officeart/2005/8/layout/orgChart1"/>
    <dgm:cxn modelId="{44452AC6-D9FA-472D-86AE-D6446647910A}" type="presParOf" srcId="{2D240F32-F6D1-4D3E-B879-1355476ACD56}" destId="{9693B11A-4FF9-4395-85B2-3F30B571C3C2}" srcOrd="0" destOrd="0" presId="urn:microsoft.com/office/officeart/2005/8/layout/orgChart1"/>
    <dgm:cxn modelId="{94F6682E-4464-482B-AA28-57D4A89A6E25}" type="presParOf" srcId="{2D240F32-F6D1-4D3E-B879-1355476ACD56}" destId="{8434A4ED-3E0B-4B44-8C3A-5F2B5DCE8DD3}" srcOrd="1" destOrd="0" presId="urn:microsoft.com/office/officeart/2005/8/layout/orgChart1"/>
    <dgm:cxn modelId="{844A01F2-FC2D-4F28-B6FA-F2B12805E597}" type="presParOf" srcId="{8434A4ED-3E0B-4B44-8C3A-5F2B5DCE8DD3}" destId="{7C661F74-EA00-4113-9B89-6BCC370970AD}" srcOrd="0" destOrd="0" presId="urn:microsoft.com/office/officeart/2005/8/layout/orgChart1"/>
    <dgm:cxn modelId="{D296510E-7A0F-4A16-A447-6E0E96EE688F}" type="presParOf" srcId="{7C661F74-EA00-4113-9B89-6BCC370970AD}" destId="{AC1A128A-E772-466F-92D4-01DBFFA4947E}" srcOrd="0" destOrd="0" presId="urn:microsoft.com/office/officeart/2005/8/layout/orgChart1"/>
    <dgm:cxn modelId="{0981F03B-7F80-42D0-8A67-A4E7EAD64058}" type="presParOf" srcId="{7C661F74-EA00-4113-9B89-6BCC370970AD}" destId="{4A80E1E5-A2B5-450D-A9C9-A3C04018C3F4}" srcOrd="1" destOrd="0" presId="urn:microsoft.com/office/officeart/2005/8/layout/orgChart1"/>
    <dgm:cxn modelId="{3AD49D03-6B98-4CEE-A9C0-FD13D43AC710}" type="presParOf" srcId="{8434A4ED-3E0B-4B44-8C3A-5F2B5DCE8DD3}" destId="{DDC7E36A-0801-4843-9068-0119CACB43F6}" srcOrd="1" destOrd="0" presId="urn:microsoft.com/office/officeart/2005/8/layout/orgChart1"/>
    <dgm:cxn modelId="{5429E405-CD21-48E0-BDE2-05D01B3EBDDB}" type="presParOf" srcId="{DDC7E36A-0801-4843-9068-0119CACB43F6}" destId="{38302DF3-DE7D-437B-82FC-5EC6468F14E7}" srcOrd="0" destOrd="0" presId="urn:microsoft.com/office/officeart/2005/8/layout/orgChart1"/>
    <dgm:cxn modelId="{783B5E10-F9F5-4384-A922-EBA24D2F8651}" type="presParOf" srcId="{DDC7E36A-0801-4843-9068-0119CACB43F6}" destId="{D0F7EB7B-71EB-4E70-8B11-20A4BD77D7D3}" srcOrd="1" destOrd="0" presId="urn:microsoft.com/office/officeart/2005/8/layout/orgChart1"/>
    <dgm:cxn modelId="{410A25DE-2F20-42E8-9FDB-6018C11EC6D1}" type="presParOf" srcId="{D0F7EB7B-71EB-4E70-8B11-20A4BD77D7D3}" destId="{FA0E8043-90EF-4896-955C-B79F4B3419DF}" srcOrd="0" destOrd="0" presId="urn:microsoft.com/office/officeart/2005/8/layout/orgChart1"/>
    <dgm:cxn modelId="{70A65E68-79C0-486A-BF49-695EFA93ADF4}" type="presParOf" srcId="{FA0E8043-90EF-4896-955C-B79F4B3419DF}" destId="{C2C14C46-24E6-4AEE-B3CF-22361CACB76D}" srcOrd="0" destOrd="0" presId="urn:microsoft.com/office/officeart/2005/8/layout/orgChart1"/>
    <dgm:cxn modelId="{A4B41249-C109-494A-B798-0D0C3D31EAAD}" type="presParOf" srcId="{FA0E8043-90EF-4896-955C-B79F4B3419DF}" destId="{6741B40F-68DC-4A4C-8FC6-C5BA40B110E6}" srcOrd="1" destOrd="0" presId="urn:microsoft.com/office/officeart/2005/8/layout/orgChart1"/>
    <dgm:cxn modelId="{F2EA09C0-2796-4E89-8997-25875D0E9061}" type="presParOf" srcId="{D0F7EB7B-71EB-4E70-8B11-20A4BD77D7D3}" destId="{3394EB46-A49D-41CC-979A-B312366F401C}" srcOrd="1" destOrd="0" presId="urn:microsoft.com/office/officeart/2005/8/layout/orgChart1"/>
    <dgm:cxn modelId="{7ACFE0E1-D60C-4086-9B8D-16CEABB5C835}" type="presParOf" srcId="{D0F7EB7B-71EB-4E70-8B11-20A4BD77D7D3}" destId="{DB9B3DE9-BD1E-44F0-B201-78A8403150A4}" srcOrd="2" destOrd="0" presId="urn:microsoft.com/office/officeart/2005/8/layout/orgChart1"/>
    <dgm:cxn modelId="{DAC6D3D6-4161-43D8-9C88-4F625205815F}" type="presParOf" srcId="{DDC7E36A-0801-4843-9068-0119CACB43F6}" destId="{7DE86A1E-818C-4E00-A728-0C96555A30F5}" srcOrd="2" destOrd="0" presId="urn:microsoft.com/office/officeart/2005/8/layout/orgChart1"/>
    <dgm:cxn modelId="{02480E8C-B77D-475E-8432-24D86295209C}" type="presParOf" srcId="{DDC7E36A-0801-4843-9068-0119CACB43F6}" destId="{CA9A5F19-5098-4726-8169-50A3AC693108}" srcOrd="3" destOrd="0" presId="urn:microsoft.com/office/officeart/2005/8/layout/orgChart1"/>
    <dgm:cxn modelId="{4A8FF119-F4C9-4C9D-920D-676952661181}" type="presParOf" srcId="{CA9A5F19-5098-4726-8169-50A3AC693108}" destId="{E90D601D-8C1A-4E8E-933F-F75952D92A1F}" srcOrd="0" destOrd="0" presId="urn:microsoft.com/office/officeart/2005/8/layout/orgChart1"/>
    <dgm:cxn modelId="{5EA8710D-EAD3-4123-9111-982527E50251}" type="presParOf" srcId="{E90D601D-8C1A-4E8E-933F-F75952D92A1F}" destId="{EF635200-9312-43C1-8DBB-7B604D616EB9}" srcOrd="0" destOrd="0" presId="urn:microsoft.com/office/officeart/2005/8/layout/orgChart1"/>
    <dgm:cxn modelId="{62E8E9B4-468E-42D3-973C-B1932F48D580}" type="presParOf" srcId="{E90D601D-8C1A-4E8E-933F-F75952D92A1F}" destId="{59F5DC81-9F00-48B1-94E8-E080C3111CDD}" srcOrd="1" destOrd="0" presId="urn:microsoft.com/office/officeart/2005/8/layout/orgChart1"/>
    <dgm:cxn modelId="{B176623A-3C0D-4BB9-BD56-F71CBC7E5832}" type="presParOf" srcId="{CA9A5F19-5098-4726-8169-50A3AC693108}" destId="{88D15C23-8863-4AA3-BB5C-133084BC614C}" srcOrd="1" destOrd="0" presId="urn:microsoft.com/office/officeart/2005/8/layout/orgChart1"/>
    <dgm:cxn modelId="{AA0C0DDB-DA43-444D-9317-DA6F53914EAB}" type="presParOf" srcId="{CA9A5F19-5098-4726-8169-50A3AC693108}" destId="{E70AC866-AD5E-4DED-BD2F-13AF36DBBCF5}" srcOrd="2" destOrd="0" presId="urn:microsoft.com/office/officeart/2005/8/layout/orgChart1"/>
    <dgm:cxn modelId="{FC116709-15AC-43D7-B77A-8571F2AA3C3A}" type="presParOf" srcId="{DDC7E36A-0801-4843-9068-0119CACB43F6}" destId="{ACB5B920-1437-4F5C-92B4-117AEF48EC12}" srcOrd="4" destOrd="0" presId="urn:microsoft.com/office/officeart/2005/8/layout/orgChart1"/>
    <dgm:cxn modelId="{EB576C72-BAC0-4B79-BF61-1F85FECE6456}" type="presParOf" srcId="{DDC7E36A-0801-4843-9068-0119CACB43F6}" destId="{136A8680-4141-4707-9235-CF537BBCA6BE}" srcOrd="5" destOrd="0" presId="urn:microsoft.com/office/officeart/2005/8/layout/orgChart1"/>
    <dgm:cxn modelId="{A3D50577-D413-4964-8CF1-3C592AB824D3}" type="presParOf" srcId="{136A8680-4141-4707-9235-CF537BBCA6BE}" destId="{1516CDE2-EF33-4731-B77B-CF4528AFFDD1}" srcOrd="0" destOrd="0" presId="urn:microsoft.com/office/officeart/2005/8/layout/orgChart1"/>
    <dgm:cxn modelId="{6F600BFA-1BD6-4591-8A28-21694E0872C2}" type="presParOf" srcId="{1516CDE2-EF33-4731-B77B-CF4528AFFDD1}" destId="{2EE170BA-AB81-4F81-82DF-0D03D8693A13}" srcOrd="0" destOrd="0" presId="urn:microsoft.com/office/officeart/2005/8/layout/orgChart1"/>
    <dgm:cxn modelId="{DE232E73-BEE9-4C06-97E9-9F6E151FE3FB}" type="presParOf" srcId="{1516CDE2-EF33-4731-B77B-CF4528AFFDD1}" destId="{84EB111F-D658-4ECD-9CFF-26E3ED93B6C1}" srcOrd="1" destOrd="0" presId="urn:microsoft.com/office/officeart/2005/8/layout/orgChart1"/>
    <dgm:cxn modelId="{8C6503E5-FD5F-46AF-AE78-5E7DD6FBC835}" type="presParOf" srcId="{136A8680-4141-4707-9235-CF537BBCA6BE}" destId="{BF3C74D0-5DCD-4224-911D-87F3DEFF08D8}" srcOrd="1" destOrd="0" presId="urn:microsoft.com/office/officeart/2005/8/layout/orgChart1"/>
    <dgm:cxn modelId="{9DFCB975-ED39-4ACB-BC8F-E9EB698DAFF4}" type="presParOf" srcId="{136A8680-4141-4707-9235-CF537BBCA6BE}" destId="{F436A40F-BA81-43B7-AA38-3E9B81E5845B}" srcOrd="2" destOrd="0" presId="urn:microsoft.com/office/officeart/2005/8/layout/orgChart1"/>
    <dgm:cxn modelId="{A664D84F-9902-4AFE-8D60-EE8DAE5E459B}" type="presParOf" srcId="{DDC7E36A-0801-4843-9068-0119CACB43F6}" destId="{A5B61482-6416-4076-8E39-F807282DF1A6}" srcOrd="6" destOrd="0" presId="urn:microsoft.com/office/officeart/2005/8/layout/orgChart1"/>
    <dgm:cxn modelId="{D41CD604-AFB6-4E9A-8C54-0AE8EAAB0854}" type="presParOf" srcId="{DDC7E36A-0801-4843-9068-0119CACB43F6}" destId="{50DE8044-7E2B-451C-BAA5-4A5A92960962}" srcOrd="7" destOrd="0" presId="urn:microsoft.com/office/officeart/2005/8/layout/orgChart1"/>
    <dgm:cxn modelId="{E773A817-5CAD-4779-8A7A-68E3E37156BD}" type="presParOf" srcId="{50DE8044-7E2B-451C-BAA5-4A5A92960962}" destId="{AC994A52-18F6-475C-B560-215013479A92}" srcOrd="0" destOrd="0" presId="urn:microsoft.com/office/officeart/2005/8/layout/orgChart1"/>
    <dgm:cxn modelId="{B9F892E7-31CD-4594-9163-F1193E584BE4}" type="presParOf" srcId="{AC994A52-18F6-475C-B560-215013479A92}" destId="{53FF81C4-1B07-4867-85E9-E7BFA1D8BE29}" srcOrd="0" destOrd="0" presId="urn:microsoft.com/office/officeart/2005/8/layout/orgChart1"/>
    <dgm:cxn modelId="{4A4D3735-9E64-4D04-9F22-5889A73A5F07}" type="presParOf" srcId="{AC994A52-18F6-475C-B560-215013479A92}" destId="{25126E13-4C6E-4F3F-9B45-A15CEAE23145}" srcOrd="1" destOrd="0" presId="urn:microsoft.com/office/officeart/2005/8/layout/orgChart1"/>
    <dgm:cxn modelId="{41F6697F-78ED-4177-A48D-1ACDFB92D24E}" type="presParOf" srcId="{50DE8044-7E2B-451C-BAA5-4A5A92960962}" destId="{CA0AC819-C202-4454-B598-966C8A234DC2}" srcOrd="1" destOrd="0" presId="urn:microsoft.com/office/officeart/2005/8/layout/orgChart1"/>
    <dgm:cxn modelId="{D42A8CF2-BF60-4C87-99E0-ADB620BECB70}" type="presParOf" srcId="{50DE8044-7E2B-451C-BAA5-4A5A92960962}" destId="{EBF5C37D-4DA1-4D60-B535-4F2B626BB5A3}" srcOrd="2" destOrd="0" presId="urn:microsoft.com/office/officeart/2005/8/layout/orgChart1"/>
    <dgm:cxn modelId="{9DA7A4DB-1B6E-4AF2-B454-63BA3A65118E}" type="presParOf" srcId="{DDC7E36A-0801-4843-9068-0119CACB43F6}" destId="{4919AFBF-B11A-4637-8686-5A9DC254117F}" srcOrd="8" destOrd="0" presId="urn:microsoft.com/office/officeart/2005/8/layout/orgChart1"/>
    <dgm:cxn modelId="{8F7EB419-661B-47BC-8790-B708A281FAA4}" type="presParOf" srcId="{DDC7E36A-0801-4843-9068-0119CACB43F6}" destId="{260089A6-0756-4777-869F-56A8F739DC8F}" srcOrd="9" destOrd="0" presId="urn:microsoft.com/office/officeart/2005/8/layout/orgChart1"/>
    <dgm:cxn modelId="{06BDAE67-3D96-4480-9868-F59CB18161CD}" type="presParOf" srcId="{260089A6-0756-4777-869F-56A8F739DC8F}" destId="{95B3E28F-DD9D-4C96-A7B7-A8DE42A7BE83}" srcOrd="0" destOrd="0" presId="urn:microsoft.com/office/officeart/2005/8/layout/orgChart1"/>
    <dgm:cxn modelId="{484B60F7-365F-46B2-94D6-48E750ECF803}" type="presParOf" srcId="{95B3E28F-DD9D-4C96-A7B7-A8DE42A7BE83}" destId="{AC789BCF-9E9D-4EC7-B1D2-F0C9D387A29F}" srcOrd="0" destOrd="0" presId="urn:microsoft.com/office/officeart/2005/8/layout/orgChart1"/>
    <dgm:cxn modelId="{55397E2D-41F4-49D6-833D-90D0D754906C}" type="presParOf" srcId="{95B3E28F-DD9D-4C96-A7B7-A8DE42A7BE83}" destId="{146C10C7-F01D-4165-97E2-4F176DBF6C07}" srcOrd="1" destOrd="0" presId="urn:microsoft.com/office/officeart/2005/8/layout/orgChart1"/>
    <dgm:cxn modelId="{1E410729-698C-421E-94BD-37FD46AC9018}" type="presParOf" srcId="{260089A6-0756-4777-869F-56A8F739DC8F}" destId="{9E6B2AAB-A042-4C1E-82FE-368EF98F137E}" srcOrd="1" destOrd="0" presId="urn:microsoft.com/office/officeart/2005/8/layout/orgChart1"/>
    <dgm:cxn modelId="{9ABD7924-B309-4475-B719-ADECB9427CB9}" type="presParOf" srcId="{260089A6-0756-4777-869F-56A8F739DC8F}" destId="{446D2BC4-5760-45EF-8DB8-DF326F90CFB5}" srcOrd="2" destOrd="0" presId="urn:microsoft.com/office/officeart/2005/8/layout/orgChart1"/>
    <dgm:cxn modelId="{EF76A3DB-8ED2-4D04-8424-FC3FA413BF70}" type="presParOf" srcId="{8434A4ED-3E0B-4B44-8C3A-5F2B5DCE8DD3}" destId="{4B3D98EE-C96B-4F6A-8E38-77A08EDFBE34}" srcOrd="2" destOrd="0" presId="urn:microsoft.com/office/officeart/2005/8/layout/orgChart1"/>
    <dgm:cxn modelId="{78A4C261-57FD-4F84-A501-E3AAE9E1AF82}" type="presParOf" srcId="{2D240F32-F6D1-4D3E-B879-1355476ACD56}" destId="{11E031FB-583F-4C01-80C3-1FDBEABFE5E7}" srcOrd="2" destOrd="0" presId="urn:microsoft.com/office/officeart/2005/8/layout/orgChart1"/>
    <dgm:cxn modelId="{5CDB03F2-3012-4D0B-9D49-975F452A75A0}" type="presParOf" srcId="{2D240F32-F6D1-4D3E-B879-1355476ACD56}" destId="{31277AA8-35C9-4162-9643-15B15F21A793}" srcOrd="3" destOrd="0" presId="urn:microsoft.com/office/officeart/2005/8/layout/orgChart1"/>
    <dgm:cxn modelId="{D1A30E4A-9E64-4161-A392-271025C89EA0}" type="presParOf" srcId="{31277AA8-35C9-4162-9643-15B15F21A793}" destId="{A1C65B02-C90C-4F8C-8394-7273D1A88296}" srcOrd="0" destOrd="0" presId="urn:microsoft.com/office/officeart/2005/8/layout/orgChart1"/>
    <dgm:cxn modelId="{22FE787E-7383-4BD9-875C-567E127D6183}" type="presParOf" srcId="{A1C65B02-C90C-4F8C-8394-7273D1A88296}" destId="{58AA99D6-9CCF-4B8F-8672-F06C368877C4}" srcOrd="0" destOrd="0" presId="urn:microsoft.com/office/officeart/2005/8/layout/orgChart1"/>
    <dgm:cxn modelId="{69B527D7-1C2B-44D9-9203-F1A0C900B72A}" type="presParOf" srcId="{A1C65B02-C90C-4F8C-8394-7273D1A88296}" destId="{8972DD74-F487-476F-9546-B2B3DDB2179A}" srcOrd="1" destOrd="0" presId="urn:microsoft.com/office/officeart/2005/8/layout/orgChart1"/>
    <dgm:cxn modelId="{2FEBC95F-4E56-4A94-B1BF-C12F7BDD3D33}" type="presParOf" srcId="{31277AA8-35C9-4162-9643-15B15F21A793}" destId="{AA3B2681-806F-4996-BBED-67186B91E5B7}" srcOrd="1" destOrd="0" presId="urn:microsoft.com/office/officeart/2005/8/layout/orgChart1"/>
    <dgm:cxn modelId="{B9D2CEC1-8252-4802-9E7F-A6409478F23C}" type="presParOf" srcId="{AA3B2681-806F-4996-BBED-67186B91E5B7}" destId="{7D9550C5-69DD-4F13-BA32-BBF76C644FF6}" srcOrd="0" destOrd="0" presId="urn:microsoft.com/office/officeart/2005/8/layout/orgChart1"/>
    <dgm:cxn modelId="{9902299D-F6E1-4B65-B0E7-4F5D95827A78}" type="presParOf" srcId="{AA3B2681-806F-4996-BBED-67186B91E5B7}" destId="{7CA582C6-10B9-48BC-8F41-15C755A7CFE6}" srcOrd="1" destOrd="0" presId="urn:microsoft.com/office/officeart/2005/8/layout/orgChart1"/>
    <dgm:cxn modelId="{D55E9667-06D6-42C7-AB6E-7AAC29FF4477}" type="presParOf" srcId="{7CA582C6-10B9-48BC-8F41-15C755A7CFE6}" destId="{A859AA7A-92C5-4D41-97B6-34CA0744BB69}" srcOrd="0" destOrd="0" presId="urn:microsoft.com/office/officeart/2005/8/layout/orgChart1"/>
    <dgm:cxn modelId="{54AE95AA-3501-48DB-B491-015150197748}" type="presParOf" srcId="{A859AA7A-92C5-4D41-97B6-34CA0744BB69}" destId="{904270A0-F6E2-4DED-BDF5-8BF57B2617F8}" srcOrd="0" destOrd="0" presId="urn:microsoft.com/office/officeart/2005/8/layout/orgChart1"/>
    <dgm:cxn modelId="{7526D669-45A8-4967-B245-A7CAE2DF5FF5}" type="presParOf" srcId="{A859AA7A-92C5-4D41-97B6-34CA0744BB69}" destId="{4DB07CFD-C637-4F17-A235-0DB3B7DD6079}" srcOrd="1" destOrd="0" presId="urn:microsoft.com/office/officeart/2005/8/layout/orgChart1"/>
    <dgm:cxn modelId="{334A0B33-2D30-4E52-865A-47A96EE12795}" type="presParOf" srcId="{7CA582C6-10B9-48BC-8F41-15C755A7CFE6}" destId="{84A62053-C141-4643-B357-D8007E6B6DED}" srcOrd="1" destOrd="0" presId="urn:microsoft.com/office/officeart/2005/8/layout/orgChart1"/>
    <dgm:cxn modelId="{BA59146A-71DF-4D23-8F9C-ADCE7BADB514}" type="presParOf" srcId="{7CA582C6-10B9-48BC-8F41-15C755A7CFE6}" destId="{50DEC595-0599-4EC1-B450-5875A26A32EA}" srcOrd="2" destOrd="0" presId="urn:microsoft.com/office/officeart/2005/8/layout/orgChart1"/>
    <dgm:cxn modelId="{28F9EA4A-F9F5-4E2F-9A63-3E279C4B64C2}" type="presParOf" srcId="{AA3B2681-806F-4996-BBED-67186B91E5B7}" destId="{155A8F69-B8F8-4310-A62D-F5754951A988}" srcOrd="2" destOrd="0" presId="urn:microsoft.com/office/officeart/2005/8/layout/orgChart1"/>
    <dgm:cxn modelId="{7C5FA1D1-FA9D-4934-BEA6-AB8DD4BAE372}" type="presParOf" srcId="{AA3B2681-806F-4996-BBED-67186B91E5B7}" destId="{4AAC3E7B-C302-44D8-AACA-4EA360308661}" srcOrd="3" destOrd="0" presId="urn:microsoft.com/office/officeart/2005/8/layout/orgChart1"/>
    <dgm:cxn modelId="{747732C7-89FC-4430-90D4-6540D6C488D2}" type="presParOf" srcId="{4AAC3E7B-C302-44D8-AACA-4EA360308661}" destId="{7A417416-A3C2-42A1-8401-7810A9CFF41D}" srcOrd="0" destOrd="0" presId="urn:microsoft.com/office/officeart/2005/8/layout/orgChart1"/>
    <dgm:cxn modelId="{44C6E53C-02F6-4F91-9ABE-B08BF16D3E6C}" type="presParOf" srcId="{7A417416-A3C2-42A1-8401-7810A9CFF41D}" destId="{081F5FE1-621B-4BF7-A3B6-5ECDE195F5AA}" srcOrd="0" destOrd="0" presId="urn:microsoft.com/office/officeart/2005/8/layout/orgChart1"/>
    <dgm:cxn modelId="{408275E9-E292-4DCC-AE6E-E2E024A5F8F2}" type="presParOf" srcId="{7A417416-A3C2-42A1-8401-7810A9CFF41D}" destId="{4D7A2CB1-72B3-4C9C-8BEF-86A5A7E1F9F5}" srcOrd="1" destOrd="0" presId="urn:microsoft.com/office/officeart/2005/8/layout/orgChart1"/>
    <dgm:cxn modelId="{E7F5AD3F-0B10-4FB5-AD5C-0BB66265B291}" type="presParOf" srcId="{4AAC3E7B-C302-44D8-AACA-4EA360308661}" destId="{4D4FED24-1B60-4CD0-BD93-E010FF5171DF}" srcOrd="1" destOrd="0" presId="urn:microsoft.com/office/officeart/2005/8/layout/orgChart1"/>
    <dgm:cxn modelId="{072F12C4-65ED-495D-BE06-475A71942C16}" type="presParOf" srcId="{4AAC3E7B-C302-44D8-AACA-4EA360308661}" destId="{D2A7A94B-4394-4BAA-8490-DA47FC1D5FFF}" srcOrd="2" destOrd="0" presId="urn:microsoft.com/office/officeart/2005/8/layout/orgChart1"/>
    <dgm:cxn modelId="{CC698BCE-883E-4F6B-8C46-651800F23A9C}" type="presParOf" srcId="{AA3B2681-806F-4996-BBED-67186B91E5B7}" destId="{D8C227EF-7A83-46C8-AADA-85001E9E1CE1}" srcOrd="4" destOrd="0" presId="urn:microsoft.com/office/officeart/2005/8/layout/orgChart1"/>
    <dgm:cxn modelId="{39A6875C-4354-4F99-9DB0-6F16A969C9D4}" type="presParOf" srcId="{AA3B2681-806F-4996-BBED-67186B91E5B7}" destId="{1FCB5661-A323-4A12-8478-2DF34D9D87EE}" srcOrd="5" destOrd="0" presId="urn:microsoft.com/office/officeart/2005/8/layout/orgChart1"/>
    <dgm:cxn modelId="{D0868728-0FED-451C-8033-7623D8A2D935}" type="presParOf" srcId="{1FCB5661-A323-4A12-8478-2DF34D9D87EE}" destId="{3C60CB4D-D762-48A4-B60A-F151907FD226}" srcOrd="0" destOrd="0" presId="urn:microsoft.com/office/officeart/2005/8/layout/orgChart1"/>
    <dgm:cxn modelId="{FEFAF964-C367-41A7-88FD-227C817C9154}" type="presParOf" srcId="{3C60CB4D-D762-48A4-B60A-F151907FD226}" destId="{0AEE17E0-6236-4A21-845B-81F19B4B6255}" srcOrd="0" destOrd="0" presId="urn:microsoft.com/office/officeart/2005/8/layout/orgChart1"/>
    <dgm:cxn modelId="{E8DA5642-D077-48EC-BD4A-1F92C551CD05}" type="presParOf" srcId="{3C60CB4D-D762-48A4-B60A-F151907FD226}" destId="{96AB205A-90F2-475C-8F9F-F9B32A472EDE}" srcOrd="1" destOrd="0" presId="urn:microsoft.com/office/officeart/2005/8/layout/orgChart1"/>
    <dgm:cxn modelId="{3D526175-C51C-4EEA-B184-F5E76D8E0B57}" type="presParOf" srcId="{1FCB5661-A323-4A12-8478-2DF34D9D87EE}" destId="{8C88746A-5BBF-4B25-B9DE-B5684B7D2E85}" srcOrd="1" destOrd="0" presId="urn:microsoft.com/office/officeart/2005/8/layout/orgChart1"/>
    <dgm:cxn modelId="{4B0914B8-9A56-4E82-A50A-0ED182861802}" type="presParOf" srcId="{1FCB5661-A323-4A12-8478-2DF34D9D87EE}" destId="{9265B7DC-C9C0-46BC-BCF1-055DD0CA9CB0}" srcOrd="2" destOrd="0" presId="urn:microsoft.com/office/officeart/2005/8/layout/orgChart1"/>
    <dgm:cxn modelId="{18C1647D-4757-4A23-B222-73F7F4919FE3}" type="presParOf" srcId="{AA3B2681-806F-4996-BBED-67186B91E5B7}" destId="{401E8356-F0FE-41EC-95B7-5FB734CAC318}" srcOrd="6" destOrd="0" presId="urn:microsoft.com/office/officeart/2005/8/layout/orgChart1"/>
    <dgm:cxn modelId="{9089FD19-4D36-4D0E-8D55-D06A07CBBBA4}" type="presParOf" srcId="{AA3B2681-806F-4996-BBED-67186B91E5B7}" destId="{69208056-FEE1-4366-91DC-5B3F17CBF43D}" srcOrd="7" destOrd="0" presId="urn:microsoft.com/office/officeart/2005/8/layout/orgChart1"/>
    <dgm:cxn modelId="{045A9918-0D6D-4DA8-A9E5-E87AEF39F465}" type="presParOf" srcId="{69208056-FEE1-4366-91DC-5B3F17CBF43D}" destId="{B15F0FF3-15B9-4F2C-804D-D7941A8E0A91}" srcOrd="0" destOrd="0" presId="urn:microsoft.com/office/officeart/2005/8/layout/orgChart1"/>
    <dgm:cxn modelId="{280319AB-ECB6-47DB-900D-88D87D5B5CC0}" type="presParOf" srcId="{B15F0FF3-15B9-4F2C-804D-D7941A8E0A91}" destId="{CE9267AB-85FD-47B0-BD68-45502FCFAF76}" srcOrd="0" destOrd="0" presId="urn:microsoft.com/office/officeart/2005/8/layout/orgChart1"/>
    <dgm:cxn modelId="{7F731B8D-716F-42A0-BC88-7E96EEA96C20}" type="presParOf" srcId="{B15F0FF3-15B9-4F2C-804D-D7941A8E0A91}" destId="{BD655E60-37C2-4F1A-AB4A-9F6CD3C11ED7}" srcOrd="1" destOrd="0" presId="urn:microsoft.com/office/officeart/2005/8/layout/orgChart1"/>
    <dgm:cxn modelId="{3FB2CA76-9C28-4DF2-A42A-C04D487CFD85}" type="presParOf" srcId="{69208056-FEE1-4366-91DC-5B3F17CBF43D}" destId="{082F877B-2D70-4A81-8878-058E9F470D9F}" srcOrd="1" destOrd="0" presId="urn:microsoft.com/office/officeart/2005/8/layout/orgChart1"/>
    <dgm:cxn modelId="{99C83DF2-0442-459E-B047-775AE466D6CD}" type="presParOf" srcId="{69208056-FEE1-4366-91DC-5B3F17CBF43D}" destId="{F679B40E-7709-4F89-855B-E50665E53C8C}" srcOrd="2" destOrd="0" presId="urn:microsoft.com/office/officeart/2005/8/layout/orgChart1"/>
    <dgm:cxn modelId="{E011B261-F318-4D21-8D4D-082072F7386C}" type="presParOf" srcId="{AA3B2681-806F-4996-BBED-67186B91E5B7}" destId="{87AC20AA-5CAF-4411-A8B7-5EBA6688FC04}" srcOrd="8" destOrd="0" presId="urn:microsoft.com/office/officeart/2005/8/layout/orgChart1"/>
    <dgm:cxn modelId="{AE6D6A4C-13B3-46E9-BF81-2C87579DB5FD}" type="presParOf" srcId="{AA3B2681-806F-4996-BBED-67186B91E5B7}" destId="{16E70B5B-1FD9-4F02-B5CA-0D648B222F44}" srcOrd="9" destOrd="0" presId="urn:microsoft.com/office/officeart/2005/8/layout/orgChart1"/>
    <dgm:cxn modelId="{ADD3AA6F-434F-483B-8EF1-E1BEB07018C1}" type="presParOf" srcId="{16E70B5B-1FD9-4F02-B5CA-0D648B222F44}" destId="{45F0DCF2-57A0-47B9-B324-3391844D8BF4}" srcOrd="0" destOrd="0" presId="urn:microsoft.com/office/officeart/2005/8/layout/orgChart1"/>
    <dgm:cxn modelId="{7BCA90D3-C5B0-4B28-A6AF-70EA92219DD9}" type="presParOf" srcId="{45F0DCF2-57A0-47B9-B324-3391844D8BF4}" destId="{B5A80D35-844E-4A36-9413-62BB64A362CC}" srcOrd="0" destOrd="0" presId="urn:microsoft.com/office/officeart/2005/8/layout/orgChart1"/>
    <dgm:cxn modelId="{4D7A0885-93EE-4651-8FCF-93BBB0AABC29}" type="presParOf" srcId="{45F0DCF2-57A0-47B9-B324-3391844D8BF4}" destId="{3CE96832-264D-40F1-BAEC-B8437EA5B4BD}" srcOrd="1" destOrd="0" presId="urn:microsoft.com/office/officeart/2005/8/layout/orgChart1"/>
    <dgm:cxn modelId="{A4A6F4E9-B552-4894-A53C-6F8C6129805C}" type="presParOf" srcId="{16E70B5B-1FD9-4F02-B5CA-0D648B222F44}" destId="{6EE65383-8FC8-47DC-BB04-5C1DBC66DE59}" srcOrd="1" destOrd="0" presId="urn:microsoft.com/office/officeart/2005/8/layout/orgChart1"/>
    <dgm:cxn modelId="{CC2912B9-C5B1-473D-809F-CB8FD81B7D45}" type="presParOf" srcId="{16E70B5B-1FD9-4F02-B5CA-0D648B222F44}" destId="{EB3403B1-7665-488C-ACFC-E6C530E21BBC}" srcOrd="2" destOrd="0" presId="urn:microsoft.com/office/officeart/2005/8/layout/orgChart1"/>
    <dgm:cxn modelId="{1E9D411E-7C08-4E48-933D-0FE004A00870}" type="presParOf" srcId="{31277AA8-35C9-4162-9643-15B15F21A793}" destId="{C85B7BE0-566F-4773-8C98-2A6233970F37}" srcOrd="2" destOrd="0" presId="urn:microsoft.com/office/officeart/2005/8/layout/orgChart1"/>
    <dgm:cxn modelId="{08D53056-570C-46A6-9CAF-EEDBB8A15432}" type="presParOf" srcId="{2D240F32-F6D1-4D3E-B879-1355476ACD56}" destId="{57F4E06F-B055-40B3-8D49-CF89F171F876}" srcOrd="4" destOrd="0" presId="urn:microsoft.com/office/officeart/2005/8/layout/orgChart1"/>
    <dgm:cxn modelId="{036007B5-12B6-4711-87A0-4A617FC8DC7E}" type="presParOf" srcId="{2D240F32-F6D1-4D3E-B879-1355476ACD56}" destId="{327E6A83-ED24-47F9-A9F7-8CC77A3B7D51}" srcOrd="5" destOrd="0" presId="urn:microsoft.com/office/officeart/2005/8/layout/orgChart1"/>
    <dgm:cxn modelId="{311F6DD0-A348-4089-8AB1-E2787A0BE4EB}" type="presParOf" srcId="{327E6A83-ED24-47F9-A9F7-8CC77A3B7D51}" destId="{15337B73-382B-4C1B-83EC-6163C8F3D129}" srcOrd="0" destOrd="0" presId="urn:microsoft.com/office/officeart/2005/8/layout/orgChart1"/>
    <dgm:cxn modelId="{1A021062-C724-4628-8194-9704A0E42CCA}" type="presParOf" srcId="{15337B73-382B-4C1B-83EC-6163C8F3D129}" destId="{0566DBCC-E165-40FE-AFF9-45A0F42E84D5}" srcOrd="0" destOrd="0" presId="urn:microsoft.com/office/officeart/2005/8/layout/orgChart1"/>
    <dgm:cxn modelId="{E16529FA-CA39-4F37-A8F7-C3EFC7255593}" type="presParOf" srcId="{15337B73-382B-4C1B-83EC-6163C8F3D129}" destId="{EF434A47-1FEA-41DC-8054-560524D5D3CC}" srcOrd="1" destOrd="0" presId="urn:microsoft.com/office/officeart/2005/8/layout/orgChart1"/>
    <dgm:cxn modelId="{503E594E-06D3-4212-8EC6-486A4C494047}" type="presParOf" srcId="{327E6A83-ED24-47F9-A9F7-8CC77A3B7D51}" destId="{8E487EF4-B2E8-41D2-83EE-2144C6BFBE52}" srcOrd="1" destOrd="0" presId="urn:microsoft.com/office/officeart/2005/8/layout/orgChart1"/>
    <dgm:cxn modelId="{90FDE204-3CEC-47EE-99C3-BDD0943B411F}" type="presParOf" srcId="{8E487EF4-B2E8-41D2-83EE-2144C6BFBE52}" destId="{2394BA9E-F2C1-4992-85B3-687E3EB3FAAB}" srcOrd="0" destOrd="0" presId="urn:microsoft.com/office/officeart/2005/8/layout/orgChart1"/>
    <dgm:cxn modelId="{88C3572E-448E-45BF-B251-B877E2F92649}" type="presParOf" srcId="{8E487EF4-B2E8-41D2-83EE-2144C6BFBE52}" destId="{2BEDD16C-4DC8-4911-B7EE-3736333D954F}" srcOrd="1" destOrd="0" presId="urn:microsoft.com/office/officeart/2005/8/layout/orgChart1"/>
    <dgm:cxn modelId="{A4EFBBF2-551E-4B45-92FC-55F15E253DC7}" type="presParOf" srcId="{2BEDD16C-4DC8-4911-B7EE-3736333D954F}" destId="{38D7BB88-64D9-408E-AEE6-2831D15BB38C}" srcOrd="0" destOrd="0" presId="urn:microsoft.com/office/officeart/2005/8/layout/orgChart1"/>
    <dgm:cxn modelId="{70013B2C-8ED6-447E-A4B9-2B35EA841CFD}" type="presParOf" srcId="{38D7BB88-64D9-408E-AEE6-2831D15BB38C}" destId="{2AEF225B-7794-4DA6-B87A-747ACBB3B722}" srcOrd="0" destOrd="0" presId="urn:microsoft.com/office/officeart/2005/8/layout/orgChart1"/>
    <dgm:cxn modelId="{4760D809-AF8F-46EA-8E8F-278343A0F7F9}" type="presParOf" srcId="{38D7BB88-64D9-408E-AEE6-2831D15BB38C}" destId="{106E0EBC-63D6-4F0D-A775-F46A83010447}" srcOrd="1" destOrd="0" presId="urn:microsoft.com/office/officeart/2005/8/layout/orgChart1"/>
    <dgm:cxn modelId="{75505ACB-5B69-4F3A-9E93-736F99BD77DF}" type="presParOf" srcId="{2BEDD16C-4DC8-4911-B7EE-3736333D954F}" destId="{C753922C-16BA-4866-B7F8-64CD5E214EA6}" srcOrd="1" destOrd="0" presId="urn:microsoft.com/office/officeart/2005/8/layout/orgChart1"/>
    <dgm:cxn modelId="{B25614CA-963D-47BD-BC46-766BB511B2C6}" type="presParOf" srcId="{2BEDD16C-4DC8-4911-B7EE-3736333D954F}" destId="{AD6F7676-4EA4-4E6F-A4E1-E9CCF88B7605}" srcOrd="2" destOrd="0" presId="urn:microsoft.com/office/officeart/2005/8/layout/orgChart1"/>
    <dgm:cxn modelId="{B20742C2-A703-4A54-8BCC-2BB08BA956C9}" type="presParOf" srcId="{8E487EF4-B2E8-41D2-83EE-2144C6BFBE52}" destId="{FDC4EE6C-9499-4D2B-B0A7-B81A7018FBA7}" srcOrd="2" destOrd="0" presId="urn:microsoft.com/office/officeart/2005/8/layout/orgChart1"/>
    <dgm:cxn modelId="{0975909E-659F-4DDF-9861-AFF2D98B7ACC}" type="presParOf" srcId="{8E487EF4-B2E8-41D2-83EE-2144C6BFBE52}" destId="{E8C21BC0-3519-4C00-9E35-71E5E770E782}" srcOrd="3" destOrd="0" presId="urn:microsoft.com/office/officeart/2005/8/layout/orgChart1"/>
    <dgm:cxn modelId="{92826B9B-F338-4B14-8538-17DF5A00F1E0}" type="presParOf" srcId="{E8C21BC0-3519-4C00-9E35-71E5E770E782}" destId="{CE3B8B82-E235-4D8C-BA14-DE8F87185E70}" srcOrd="0" destOrd="0" presId="urn:microsoft.com/office/officeart/2005/8/layout/orgChart1"/>
    <dgm:cxn modelId="{6A8EA7E6-6342-4C8E-8A4A-30C1446C6B24}" type="presParOf" srcId="{CE3B8B82-E235-4D8C-BA14-DE8F87185E70}" destId="{817CD98C-41F0-4812-A879-290D628ACBFA}" srcOrd="0" destOrd="0" presId="urn:microsoft.com/office/officeart/2005/8/layout/orgChart1"/>
    <dgm:cxn modelId="{4CC55931-7B09-428A-B549-683A6954CC97}" type="presParOf" srcId="{CE3B8B82-E235-4D8C-BA14-DE8F87185E70}" destId="{F18C82E2-5667-417B-857D-8B24ACF351AF}" srcOrd="1" destOrd="0" presId="urn:microsoft.com/office/officeart/2005/8/layout/orgChart1"/>
    <dgm:cxn modelId="{DD0026E8-86E9-42B8-A168-401884748A53}" type="presParOf" srcId="{E8C21BC0-3519-4C00-9E35-71E5E770E782}" destId="{16371A74-C6B8-4093-BC8F-D7E4A9934463}" srcOrd="1" destOrd="0" presId="urn:microsoft.com/office/officeart/2005/8/layout/orgChart1"/>
    <dgm:cxn modelId="{02594140-7571-4E43-B4E5-B348FC312CD7}" type="presParOf" srcId="{E8C21BC0-3519-4C00-9E35-71E5E770E782}" destId="{50D14D51-798A-4AF7-A046-2362945385F7}" srcOrd="2" destOrd="0" presId="urn:microsoft.com/office/officeart/2005/8/layout/orgChart1"/>
    <dgm:cxn modelId="{4574DC75-AF0A-4706-AF35-AED605C85A5F}" type="presParOf" srcId="{8E487EF4-B2E8-41D2-83EE-2144C6BFBE52}" destId="{32948EA7-FD1D-4680-B7FA-F358321F6011}" srcOrd="4" destOrd="0" presId="urn:microsoft.com/office/officeart/2005/8/layout/orgChart1"/>
    <dgm:cxn modelId="{1BC3EEA1-0B65-4042-9C5B-FF686DA25509}" type="presParOf" srcId="{8E487EF4-B2E8-41D2-83EE-2144C6BFBE52}" destId="{C9773F7C-412E-4102-B5CF-5BCAAD63CD8B}" srcOrd="5" destOrd="0" presId="urn:microsoft.com/office/officeart/2005/8/layout/orgChart1"/>
    <dgm:cxn modelId="{C974544C-DA05-4CC7-8A80-00621F122A6D}" type="presParOf" srcId="{C9773F7C-412E-4102-B5CF-5BCAAD63CD8B}" destId="{E1BB96B5-AD1A-432A-944B-8F391E7F7DCF}" srcOrd="0" destOrd="0" presId="urn:microsoft.com/office/officeart/2005/8/layout/orgChart1"/>
    <dgm:cxn modelId="{E00C1B87-A642-4DD9-94D9-9537FA57B6C5}" type="presParOf" srcId="{E1BB96B5-AD1A-432A-944B-8F391E7F7DCF}" destId="{72460CD1-4153-4E05-8207-93C80A44F668}" srcOrd="0" destOrd="0" presId="urn:microsoft.com/office/officeart/2005/8/layout/orgChart1"/>
    <dgm:cxn modelId="{E4F298A5-A09A-4B48-B96E-8535AE837054}" type="presParOf" srcId="{E1BB96B5-AD1A-432A-944B-8F391E7F7DCF}" destId="{BB7FF550-E7C6-4434-A49B-CE2B2C22025F}" srcOrd="1" destOrd="0" presId="urn:microsoft.com/office/officeart/2005/8/layout/orgChart1"/>
    <dgm:cxn modelId="{A6DCFC38-0FD6-4353-9421-9383873E5023}" type="presParOf" srcId="{C9773F7C-412E-4102-B5CF-5BCAAD63CD8B}" destId="{9305E81B-B4BB-45D8-88A4-155B70C7E7BE}" srcOrd="1" destOrd="0" presId="urn:microsoft.com/office/officeart/2005/8/layout/orgChart1"/>
    <dgm:cxn modelId="{9433A5C7-B2CE-4536-8CAE-FB7D1A61BD1D}" type="presParOf" srcId="{C9773F7C-412E-4102-B5CF-5BCAAD63CD8B}" destId="{A3CE6AF6-2464-4AA7-9677-FECD53FE4FED}" srcOrd="2" destOrd="0" presId="urn:microsoft.com/office/officeart/2005/8/layout/orgChart1"/>
    <dgm:cxn modelId="{2A42BBC2-7B00-46E2-8426-6FCD2A262EF9}" type="presParOf" srcId="{327E6A83-ED24-47F9-A9F7-8CC77A3B7D51}" destId="{7D42DED9-0028-42AD-A6F0-C5823C8C7567}" srcOrd="2" destOrd="0" presId="urn:microsoft.com/office/officeart/2005/8/layout/orgChart1"/>
    <dgm:cxn modelId="{EE7E58BC-757F-45E0-AFEC-B610A44B5602}" type="presParOf" srcId="{2D240F32-F6D1-4D3E-B879-1355476ACD56}" destId="{7DCF13A5-F1EA-4CAC-AC22-B92A1911F45E}" srcOrd="6" destOrd="0" presId="urn:microsoft.com/office/officeart/2005/8/layout/orgChart1"/>
    <dgm:cxn modelId="{F8967F50-C55C-4847-A889-1F36740DF7DC}" type="presParOf" srcId="{2D240F32-F6D1-4D3E-B879-1355476ACD56}" destId="{50DAA2DC-CF64-45F3-8188-03EA2079B043}" srcOrd="7" destOrd="0" presId="urn:microsoft.com/office/officeart/2005/8/layout/orgChart1"/>
    <dgm:cxn modelId="{5A360C5C-9F50-4F6F-9A72-1A76F8A5B42E}" type="presParOf" srcId="{50DAA2DC-CF64-45F3-8188-03EA2079B043}" destId="{0B7D3EE0-A97F-4348-A7C7-9B113FBB76C1}" srcOrd="0" destOrd="0" presId="urn:microsoft.com/office/officeart/2005/8/layout/orgChart1"/>
    <dgm:cxn modelId="{37FE39FA-87FA-4377-9F46-4D63DCCFA31F}" type="presParOf" srcId="{0B7D3EE0-A97F-4348-A7C7-9B113FBB76C1}" destId="{3D7CA536-5F6C-4AC7-9FDD-0AD04099016D}" srcOrd="0" destOrd="0" presId="urn:microsoft.com/office/officeart/2005/8/layout/orgChart1"/>
    <dgm:cxn modelId="{7133A6F3-5522-4DB7-8B71-F9D22AF6D51D}" type="presParOf" srcId="{0B7D3EE0-A97F-4348-A7C7-9B113FBB76C1}" destId="{9BB17531-8A4E-461C-8B1B-D284A9D50305}" srcOrd="1" destOrd="0" presId="urn:microsoft.com/office/officeart/2005/8/layout/orgChart1"/>
    <dgm:cxn modelId="{717B5235-5029-47E1-8555-D41D6F019E91}" type="presParOf" srcId="{50DAA2DC-CF64-45F3-8188-03EA2079B043}" destId="{67B861E5-0F89-4214-9DD1-95AE536878EE}" srcOrd="1" destOrd="0" presId="urn:microsoft.com/office/officeart/2005/8/layout/orgChart1"/>
    <dgm:cxn modelId="{0DC969AC-E0DD-439B-8768-7BFF4D1F75C1}" type="presParOf" srcId="{67B861E5-0F89-4214-9DD1-95AE536878EE}" destId="{DFFFE7D7-AF10-49A8-B959-0FFFB1BBB33D}" srcOrd="0" destOrd="0" presId="urn:microsoft.com/office/officeart/2005/8/layout/orgChart1"/>
    <dgm:cxn modelId="{7E9C9EBC-0F88-4164-8A47-819C969E42E8}" type="presParOf" srcId="{67B861E5-0F89-4214-9DD1-95AE536878EE}" destId="{384127E4-8CAE-4049-A9B7-3FA9343979A1}" srcOrd="1" destOrd="0" presId="urn:microsoft.com/office/officeart/2005/8/layout/orgChart1"/>
    <dgm:cxn modelId="{B2B13AD3-A0FA-4585-BA05-193FBBDA30DF}" type="presParOf" srcId="{384127E4-8CAE-4049-A9B7-3FA9343979A1}" destId="{2BE9A6A0-3C68-413E-978F-3699C4740077}" srcOrd="0" destOrd="0" presId="urn:microsoft.com/office/officeart/2005/8/layout/orgChart1"/>
    <dgm:cxn modelId="{8136B81B-CD36-4D4A-A9A3-11F59843D178}" type="presParOf" srcId="{2BE9A6A0-3C68-413E-978F-3699C4740077}" destId="{19DD031C-2955-4A6B-AE73-4131B264D1E2}" srcOrd="0" destOrd="0" presId="urn:microsoft.com/office/officeart/2005/8/layout/orgChart1"/>
    <dgm:cxn modelId="{A6B69567-4040-4564-AE15-D1905B51A5C2}" type="presParOf" srcId="{2BE9A6A0-3C68-413E-978F-3699C4740077}" destId="{87D9D619-8F4E-4DB1-831B-1C62364F0F80}" srcOrd="1" destOrd="0" presId="urn:microsoft.com/office/officeart/2005/8/layout/orgChart1"/>
    <dgm:cxn modelId="{50841BFA-97C5-4E66-956D-66BDD5765BF9}" type="presParOf" srcId="{384127E4-8CAE-4049-A9B7-3FA9343979A1}" destId="{BA841DBC-BA3E-4F2A-8D9E-333847154CB3}" srcOrd="1" destOrd="0" presId="urn:microsoft.com/office/officeart/2005/8/layout/orgChart1"/>
    <dgm:cxn modelId="{B3ED2917-2034-4B06-9929-DFA7236229AA}" type="presParOf" srcId="{384127E4-8CAE-4049-A9B7-3FA9343979A1}" destId="{45DB6CED-CA8C-4E99-8E67-B891E7D750C3}" srcOrd="2" destOrd="0" presId="urn:microsoft.com/office/officeart/2005/8/layout/orgChart1"/>
    <dgm:cxn modelId="{2DD2CF5D-4527-4316-A00E-944E4A1AAF41}" type="presParOf" srcId="{67B861E5-0F89-4214-9DD1-95AE536878EE}" destId="{8D593B01-D33E-45A7-98A6-3E3E7A46FE64}" srcOrd="2" destOrd="0" presId="urn:microsoft.com/office/officeart/2005/8/layout/orgChart1"/>
    <dgm:cxn modelId="{C20D7011-481F-47F6-9ACA-41D571A57CD8}" type="presParOf" srcId="{67B861E5-0F89-4214-9DD1-95AE536878EE}" destId="{BE2131A6-D822-470A-A6DE-CE85A5348566}" srcOrd="3" destOrd="0" presId="urn:microsoft.com/office/officeart/2005/8/layout/orgChart1"/>
    <dgm:cxn modelId="{79874A53-F935-4114-B998-B5EC68B509B0}" type="presParOf" srcId="{BE2131A6-D822-470A-A6DE-CE85A5348566}" destId="{EB66EF10-CDB8-4C23-9172-0160D935736F}" srcOrd="0" destOrd="0" presId="urn:microsoft.com/office/officeart/2005/8/layout/orgChart1"/>
    <dgm:cxn modelId="{7125DB10-ACBE-4AD5-9265-02E357C4AFE8}" type="presParOf" srcId="{EB66EF10-CDB8-4C23-9172-0160D935736F}" destId="{2ABA487D-CE65-4527-B1F8-B1870A46BF74}" srcOrd="0" destOrd="0" presId="urn:microsoft.com/office/officeart/2005/8/layout/orgChart1"/>
    <dgm:cxn modelId="{9C856383-7D45-4747-85D7-D0412AFBBF69}" type="presParOf" srcId="{EB66EF10-CDB8-4C23-9172-0160D935736F}" destId="{21E4B59E-C351-4190-AD26-E80C7AAE8E6F}" srcOrd="1" destOrd="0" presId="urn:microsoft.com/office/officeart/2005/8/layout/orgChart1"/>
    <dgm:cxn modelId="{492CCDDB-8CD8-4A51-A91D-70DD739BB5E3}" type="presParOf" srcId="{BE2131A6-D822-470A-A6DE-CE85A5348566}" destId="{171CBBB5-DDFC-46F5-864C-9B43B2946761}" srcOrd="1" destOrd="0" presId="urn:microsoft.com/office/officeart/2005/8/layout/orgChart1"/>
    <dgm:cxn modelId="{B44C74FD-3A4D-4FDB-A1F3-15C491148C59}" type="presParOf" srcId="{BE2131A6-D822-470A-A6DE-CE85A5348566}" destId="{1890927C-30C8-4579-B747-A203758ED45E}" srcOrd="2" destOrd="0" presId="urn:microsoft.com/office/officeart/2005/8/layout/orgChart1"/>
    <dgm:cxn modelId="{0FFE82C6-5FB8-49A6-AD87-788D490FABF5}" type="presParOf" srcId="{50DAA2DC-CF64-45F3-8188-03EA2079B043}" destId="{5BC616A4-00CE-4C67-8ABF-720B883369EC}" srcOrd="2" destOrd="0" presId="urn:microsoft.com/office/officeart/2005/8/layout/orgChart1"/>
    <dgm:cxn modelId="{72185C11-6578-4120-AAEA-F82921CFF53A}" type="presParOf" srcId="{2D240F32-F6D1-4D3E-B879-1355476ACD56}" destId="{DA7550AD-B3F7-4FCC-B89C-7D415F7DDD91}" srcOrd="8" destOrd="0" presId="urn:microsoft.com/office/officeart/2005/8/layout/orgChart1"/>
    <dgm:cxn modelId="{8D63F499-9674-458A-B36D-B2592C55C719}" type="presParOf" srcId="{2D240F32-F6D1-4D3E-B879-1355476ACD56}" destId="{A8D561B6-EDF2-4210-A940-DA201FD460F5}" srcOrd="9" destOrd="0" presId="urn:microsoft.com/office/officeart/2005/8/layout/orgChart1"/>
    <dgm:cxn modelId="{32EAE486-E90D-4DC5-97B1-6912A5F9484B}" type="presParOf" srcId="{A8D561B6-EDF2-4210-A940-DA201FD460F5}" destId="{FF7625D4-9FB5-458D-AEE3-6E4ECBB64295}" srcOrd="0" destOrd="0" presId="urn:microsoft.com/office/officeart/2005/8/layout/orgChart1"/>
    <dgm:cxn modelId="{C5702A17-3051-41A3-81C0-724405515786}" type="presParOf" srcId="{FF7625D4-9FB5-458D-AEE3-6E4ECBB64295}" destId="{8CE1741E-64D6-49E7-AE96-B147571805B6}" srcOrd="0" destOrd="0" presId="urn:microsoft.com/office/officeart/2005/8/layout/orgChart1"/>
    <dgm:cxn modelId="{FF00DCC3-5C10-4F8D-9D49-36CBECCBB56B}" type="presParOf" srcId="{FF7625D4-9FB5-458D-AEE3-6E4ECBB64295}" destId="{081477E0-DDC9-4793-96FD-B690BA999D2D}" srcOrd="1" destOrd="0" presId="urn:microsoft.com/office/officeart/2005/8/layout/orgChart1"/>
    <dgm:cxn modelId="{27E6853B-9209-4EB6-83D6-D1A2B6F73DA5}" type="presParOf" srcId="{A8D561B6-EDF2-4210-A940-DA201FD460F5}" destId="{A15F99E0-ADA2-4092-8AFA-6D55321541C6}" srcOrd="1" destOrd="0" presId="urn:microsoft.com/office/officeart/2005/8/layout/orgChart1"/>
    <dgm:cxn modelId="{0C9DC0C6-CA41-43E5-95FA-266E888CDF09}" type="presParOf" srcId="{A15F99E0-ADA2-4092-8AFA-6D55321541C6}" destId="{E69F3DE5-D9E0-43DD-B53A-536066134EE4}" srcOrd="0" destOrd="0" presId="urn:microsoft.com/office/officeart/2005/8/layout/orgChart1"/>
    <dgm:cxn modelId="{382C6C42-B37F-4FC9-9B62-11B40CCB8798}" type="presParOf" srcId="{A15F99E0-ADA2-4092-8AFA-6D55321541C6}" destId="{758009EF-6A0D-4820-AAD3-4F4FD402FEDF}" srcOrd="1" destOrd="0" presId="urn:microsoft.com/office/officeart/2005/8/layout/orgChart1"/>
    <dgm:cxn modelId="{02C7818A-65A4-4AD2-8943-ECBBD4131DBA}" type="presParOf" srcId="{758009EF-6A0D-4820-AAD3-4F4FD402FEDF}" destId="{78DFA73B-A668-4224-B1DB-5CC4CC585FAD}" srcOrd="0" destOrd="0" presId="urn:microsoft.com/office/officeart/2005/8/layout/orgChart1"/>
    <dgm:cxn modelId="{A123D580-B650-4F40-9B20-6284CECEF8C1}" type="presParOf" srcId="{78DFA73B-A668-4224-B1DB-5CC4CC585FAD}" destId="{8658EA93-3C2D-4AF4-830F-B4FD186481E3}" srcOrd="0" destOrd="0" presId="urn:microsoft.com/office/officeart/2005/8/layout/orgChart1"/>
    <dgm:cxn modelId="{26478181-EC8F-4D2A-AFF4-D10C6E426DF9}" type="presParOf" srcId="{78DFA73B-A668-4224-B1DB-5CC4CC585FAD}" destId="{2ED46A47-4DA3-452F-9635-C495B0928063}" srcOrd="1" destOrd="0" presId="urn:microsoft.com/office/officeart/2005/8/layout/orgChart1"/>
    <dgm:cxn modelId="{1FC57B25-4625-4E66-BF90-0670A3CD5D0F}" type="presParOf" srcId="{758009EF-6A0D-4820-AAD3-4F4FD402FEDF}" destId="{6875B8CE-F450-40CF-9C3E-88506A19DF98}" srcOrd="1" destOrd="0" presId="urn:microsoft.com/office/officeart/2005/8/layout/orgChart1"/>
    <dgm:cxn modelId="{6EE1A3E0-ADFB-420A-BEEC-7F6D8500FC60}" type="presParOf" srcId="{758009EF-6A0D-4820-AAD3-4F4FD402FEDF}" destId="{39C1E3CC-C150-4787-8691-DD3225792C9B}" srcOrd="2" destOrd="0" presId="urn:microsoft.com/office/officeart/2005/8/layout/orgChart1"/>
    <dgm:cxn modelId="{6D44FC66-029C-4B3E-B9B7-E51D11915688}" type="presParOf" srcId="{A15F99E0-ADA2-4092-8AFA-6D55321541C6}" destId="{432193F6-334F-46CE-8BBB-A1D998154548}" srcOrd="2" destOrd="0" presId="urn:microsoft.com/office/officeart/2005/8/layout/orgChart1"/>
    <dgm:cxn modelId="{E2F59AA1-59B0-4482-BF95-66E7AAFB8571}" type="presParOf" srcId="{A15F99E0-ADA2-4092-8AFA-6D55321541C6}" destId="{9D8BB10D-9AE4-422C-8441-6102D308B8C0}" srcOrd="3" destOrd="0" presId="urn:microsoft.com/office/officeart/2005/8/layout/orgChart1"/>
    <dgm:cxn modelId="{158993E6-973D-4EA6-8A52-362073FBFC51}" type="presParOf" srcId="{9D8BB10D-9AE4-422C-8441-6102D308B8C0}" destId="{DF236376-661E-4DA9-BDEB-82B3FCBE46FD}" srcOrd="0" destOrd="0" presId="urn:microsoft.com/office/officeart/2005/8/layout/orgChart1"/>
    <dgm:cxn modelId="{5EF43F91-9197-4C16-9D91-6A554765491F}" type="presParOf" srcId="{DF236376-661E-4DA9-BDEB-82B3FCBE46FD}" destId="{29DA439F-D3FF-431C-BBD8-A79B0D823068}" srcOrd="0" destOrd="0" presId="urn:microsoft.com/office/officeart/2005/8/layout/orgChart1"/>
    <dgm:cxn modelId="{A2455998-85BC-4295-B521-0F6A72990E8D}" type="presParOf" srcId="{DF236376-661E-4DA9-BDEB-82B3FCBE46FD}" destId="{B0DDB90C-480A-49BF-B7C5-E32AFE6AF454}" srcOrd="1" destOrd="0" presId="urn:microsoft.com/office/officeart/2005/8/layout/orgChart1"/>
    <dgm:cxn modelId="{91889B50-F3CA-4BC9-95E4-2B30B102D3F3}" type="presParOf" srcId="{9D8BB10D-9AE4-422C-8441-6102D308B8C0}" destId="{9937B41A-AD1A-484B-83BC-8A4312C54EB9}" srcOrd="1" destOrd="0" presId="urn:microsoft.com/office/officeart/2005/8/layout/orgChart1"/>
    <dgm:cxn modelId="{2DAAEA6B-5FA8-4941-9C16-660604027A59}" type="presParOf" srcId="{9D8BB10D-9AE4-422C-8441-6102D308B8C0}" destId="{ECB10F88-6B8B-48A5-9A2E-1D6B0F54A137}" srcOrd="2" destOrd="0" presId="urn:microsoft.com/office/officeart/2005/8/layout/orgChart1"/>
    <dgm:cxn modelId="{62718215-6E23-4E57-B9CD-1FDC66E01E47}" type="presParOf" srcId="{A15F99E0-ADA2-4092-8AFA-6D55321541C6}" destId="{8FEFD19C-0C7C-486F-83AB-1C4FFD295492}" srcOrd="4" destOrd="0" presId="urn:microsoft.com/office/officeart/2005/8/layout/orgChart1"/>
    <dgm:cxn modelId="{E5F8ED91-D728-40C7-9382-40DE45A0AA8F}" type="presParOf" srcId="{A15F99E0-ADA2-4092-8AFA-6D55321541C6}" destId="{447DC29E-5C43-4B49-A832-B396F9AFE6F2}" srcOrd="5" destOrd="0" presId="urn:microsoft.com/office/officeart/2005/8/layout/orgChart1"/>
    <dgm:cxn modelId="{CC721105-83E0-4CF3-AC3C-781882805DFB}" type="presParOf" srcId="{447DC29E-5C43-4B49-A832-B396F9AFE6F2}" destId="{C1EA9C10-4EAC-47C8-ACD1-68F316674F8B}" srcOrd="0" destOrd="0" presId="urn:microsoft.com/office/officeart/2005/8/layout/orgChart1"/>
    <dgm:cxn modelId="{34599F4B-9800-4E57-9277-B05D70F1FA6F}" type="presParOf" srcId="{C1EA9C10-4EAC-47C8-ACD1-68F316674F8B}" destId="{EA52590B-CFDF-40A2-AF47-DA6EC686881F}" srcOrd="0" destOrd="0" presId="urn:microsoft.com/office/officeart/2005/8/layout/orgChart1"/>
    <dgm:cxn modelId="{E61F5D0D-B0C2-4B86-8CB7-1D36EB99ACCF}" type="presParOf" srcId="{C1EA9C10-4EAC-47C8-ACD1-68F316674F8B}" destId="{DA9BA9C7-A972-42C4-9844-E2A0D465836C}" srcOrd="1" destOrd="0" presId="urn:microsoft.com/office/officeart/2005/8/layout/orgChart1"/>
    <dgm:cxn modelId="{FD0D0774-E8C7-4382-82CA-0F07D54384A8}" type="presParOf" srcId="{447DC29E-5C43-4B49-A832-B396F9AFE6F2}" destId="{EF51AA19-1930-4DC1-8F29-A59E84B61212}" srcOrd="1" destOrd="0" presId="urn:microsoft.com/office/officeart/2005/8/layout/orgChart1"/>
    <dgm:cxn modelId="{442FEA6E-6BEF-4DA4-A546-A4B2147BCAA8}" type="presParOf" srcId="{447DC29E-5C43-4B49-A832-B396F9AFE6F2}" destId="{7976E7C4-C329-42E3-97C8-41BFBB9FEF3E}" srcOrd="2" destOrd="0" presId="urn:microsoft.com/office/officeart/2005/8/layout/orgChart1"/>
    <dgm:cxn modelId="{CDECC65C-4AD3-42DC-B607-FF0339C6E1B1}" type="presParOf" srcId="{A8D561B6-EDF2-4210-A940-DA201FD460F5}" destId="{398C635A-B796-4141-A9B8-391E080E9E12}" srcOrd="2" destOrd="0" presId="urn:microsoft.com/office/officeart/2005/8/layout/orgChart1"/>
    <dgm:cxn modelId="{17D998A4-6AF2-4C5C-AB33-79349CFDDD28}" type="presParOf" srcId="{0EF6AEB2-CA2B-4445-8A2B-C964DF1F8A5F}" destId="{5899CF3F-BBB0-43BF-BD0D-831969F6D44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8FF9B7E-E8C1-4857-A8DF-5658CE203D4E}" type="doc">
      <dgm:prSet loTypeId="urn:microsoft.com/office/officeart/2005/8/layout/orgChart1" loCatId="hierarchy" qsTypeId="urn:microsoft.com/office/officeart/2005/8/quickstyle/simple3" qsCatId="simple" csTypeId="urn:microsoft.com/office/officeart/2005/8/colors/accent2_2" csCatId="accent2" phldr="1"/>
      <dgm:spPr/>
    </dgm:pt>
    <dgm:pt modelId="{0F7ED3F5-DFD1-42A6-9644-B6035E063D03}">
      <dgm:prSet custT="1"/>
      <dgm:spPr/>
      <dgm:t>
        <a:bodyPr/>
        <a:lstStyle/>
        <a:p>
          <a:pPr marR="0" algn="ctr" rtl="0"/>
          <a:r>
            <a:rPr lang="ru-RU" sz="2000" b="1" i="0" u="none" strike="noStrike" baseline="0" dirty="0" smtClean="0">
              <a:solidFill>
                <a:schemeClr val="tx1"/>
              </a:solidFill>
              <a:effectLst/>
              <a:latin typeface="Arial Narrow" pitchFamily="34" charset="0"/>
            </a:rPr>
            <a:t>Интеллектуальные информационные системы</a:t>
          </a:r>
          <a:endParaRPr lang="ru-RU" sz="2000" strike="noStrike" dirty="0" smtClean="0">
            <a:solidFill>
              <a:schemeClr val="tx1"/>
            </a:solidFill>
            <a:effectLst/>
            <a:latin typeface="Arial Narrow" pitchFamily="34" charset="0"/>
          </a:endParaRPr>
        </a:p>
      </dgm:t>
    </dgm:pt>
    <dgm:pt modelId="{5FAC0277-3288-42BE-B682-9CF81FF7DD4C}" type="parTrans" cxnId="{E89F8025-8264-48B9-B2C5-C80869238D12}">
      <dgm:prSet/>
      <dgm:spPr/>
      <dgm:t>
        <a:bodyPr/>
        <a:lstStyle/>
        <a:p>
          <a:endParaRPr lang="ru-RU" sz="1800" strike="noStrike">
            <a:solidFill>
              <a:schemeClr val="tx1"/>
            </a:solidFill>
            <a:effectLst/>
            <a:latin typeface="Arial Narrow" pitchFamily="34" charset="0"/>
          </a:endParaRPr>
        </a:p>
      </dgm:t>
    </dgm:pt>
    <dgm:pt modelId="{D6D7BD27-B80F-44ED-B316-1429B91738B5}" type="sibTrans" cxnId="{E89F8025-8264-48B9-B2C5-C80869238D12}">
      <dgm:prSet/>
      <dgm:spPr/>
      <dgm:t>
        <a:bodyPr/>
        <a:lstStyle/>
        <a:p>
          <a:endParaRPr lang="ru-RU" sz="1800" strike="noStrike">
            <a:solidFill>
              <a:schemeClr val="tx1"/>
            </a:solidFill>
            <a:effectLst/>
            <a:latin typeface="Arial Narrow" pitchFamily="34" charset="0"/>
          </a:endParaRPr>
        </a:p>
      </dgm:t>
    </dgm:pt>
    <dgm:pt modelId="{3D99B156-FF15-4E7B-ABB7-5C518D48292A}">
      <dgm:prSet custT="1"/>
      <dgm:spPr/>
      <dgm:t>
        <a:bodyPr/>
        <a:lstStyle/>
        <a:p>
          <a:pPr marR="0" algn="ctr" rtl="0"/>
          <a:r>
            <a:rPr lang="ru-RU" sz="1800" b="0" i="0" u="none" strike="noStrike" baseline="0" dirty="0" smtClean="0">
              <a:solidFill>
                <a:schemeClr val="tx1"/>
              </a:solidFill>
              <a:effectLst>
                <a:outerShdw blurRad="38100" dist="38100" dir="2700000" algn="tl">
                  <a:srgbClr val="000000">
                    <a:alpha val="43137"/>
                  </a:srgbClr>
                </a:outerShdw>
              </a:effectLst>
              <a:latin typeface="Arial Narrow" pitchFamily="34" charset="0"/>
            </a:rPr>
            <a:t>Жесткие</a:t>
          </a:r>
          <a:endParaRPr lang="ru-RU" sz="1800" strike="noStrike" dirty="0" smtClean="0">
            <a:solidFill>
              <a:schemeClr val="tx1"/>
            </a:solidFill>
            <a:effectLst>
              <a:outerShdw blurRad="38100" dist="38100" dir="2700000" algn="tl">
                <a:srgbClr val="000000">
                  <a:alpha val="43137"/>
                </a:srgbClr>
              </a:outerShdw>
            </a:effectLst>
            <a:latin typeface="Arial Narrow" pitchFamily="34" charset="0"/>
          </a:endParaRPr>
        </a:p>
      </dgm:t>
    </dgm:pt>
    <dgm:pt modelId="{4B452493-196C-4AB7-B2AC-FCECC037D219}" type="parTrans" cxnId="{3139F59A-FF98-4444-B7E0-86BAA82F001E}">
      <dgm:prSet/>
      <dgm:spPr/>
      <dgm:t>
        <a:bodyPr/>
        <a:lstStyle/>
        <a:p>
          <a:endParaRPr lang="ru-RU" sz="1800" strike="noStrike">
            <a:solidFill>
              <a:schemeClr val="tx1"/>
            </a:solidFill>
            <a:effectLst/>
            <a:latin typeface="Arial Narrow" pitchFamily="34" charset="0"/>
          </a:endParaRPr>
        </a:p>
      </dgm:t>
    </dgm:pt>
    <dgm:pt modelId="{9A11E006-9AB9-4368-BFFA-F80226C44E38}" type="sibTrans" cxnId="{3139F59A-FF98-4444-B7E0-86BAA82F001E}">
      <dgm:prSet/>
      <dgm:spPr/>
      <dgm:t>
        <a:bodyPr/>
        <a:lstStyle/>
        <a:p>
          <a:endParaRPr lang="ru-RU" sz="1800" strike="noStrike">
            <a:solidFill>
              <a:schemeClr val="tx1"/>
            </a:solidFill>
            <a:effectLst/>
            <a:latin typeface="Arial Narrow" pitchFamily="34" charset="0"/>
          </a:endParaRPr>
        </a:p>
      </dgm:t>
    </dgm:pt>
    <dgm:pt modelId="{23C6E180-6569-41F7-AD12-95BF88331692}">
      <dgm:prSet custT="1"/>
      <dgm:spPr/>
      <dgm:t>
        <a:bodyPr/>
        <a:lstStyle/>
        <a:p>
          <a:pPr marR="0" algn="ctr" rtl="0"/>
          <a:r>
            <a:rPr lang="ru-RU" sz="1800" b="0" i="0" u="none" strike="noStrike" baseline="0" dirty="0" smtClean="0">
              <a:solidFill>
                <a:schemeClr val="tx1"/>
              </a:solidFill>
              <a:effectLst/>
              <a:latin typeface="Arial Narrow" pitchFamily="34" charset="0"/>
            </a:rPr>
            <a:t>Методы лабиринтного поиска</a:t>
          </a:r>
          <a:endParaRPr lang="ru-RU" sz="1800" strike="noStrike" dirty="0" smtClean="0">
            <a:solidFill>
              <a:schemeClr val="tx1"/>
            </a:solidFill>
            <a:effectLst/>
            <a:latin typeface="Arial Narrow" pitchFamily="34" charset="0"/>
          </a:endParaRPr>
        </a:p>
      </dgm:t>
    </dgm:pt>
    <dgm:pt modelId="{E5434A33-130B-4516-BD0E-7B55A55CF49B}" type="parTrans" cxnId="{34C313E3-F232-4875-B46F-DF71C7D0A3D3}">
      <dgm:prSet/>
      <dgm:spPr/>
      <dgm:t>
        <a:bodyPr/>
        <a:lstStyle/>
        <a:p>
          <a:endParaRPr lang="ru-RU" sz="1800" strike="noStrike">
            <a:solidFill>
              <a:schemeClr val="tx1"/>
            </a:solidFill>
            <a:effectLst/>
            <a:latin typeface="Arial Narrow" pitchFamily="34" charset="0"/>
          </a:endParaRPr>
        </a:p>
      </dgm:t>
    </dgm:pt>
    <dgm:pt modelId="{C7E6DD0D-7EB9-49B9-A78B-46C63B98C6E8}" type="sibTrans" cxnId="{34C313E3-F232-4875-B46F-DF71C7D0A3D3}">
      <dgm:prSet/>
      <dgm:spPr/>
      <dgm:t>
        <a:bodyPr/>
        <a:lstStyle/>
        <a:p>
          <a:endParaRPr lang="ru-RU" sz="1800" strike="noStrike">
            <a:solidFill>
              <a:schemeClr val="tx1"/>
            </a:solidFill>
            <a:effectLst/>
            <a:latin typeface="Arial Narrow" pitchFamily="34" charset="0"/>
          </a:endParaRPr>
        </a:p>
      </dgm:t>
    </dgm:pt>
    <dgm:pt modelId="{29205B16-EACB-4E88-99FB-8132F38BCFF8}">
      <dgm:prSet custT="1"/>
      <dgm:spPr/>
      <dgm:t>
        <a:bodyPr/>
        <a:lstStyle/>
        <a:p>
          <a:pPr marR="0" algn="ctr" rtl="0"/>
          <a:r>
            <a:rPr lang="ru-RU" sz="1800" b="0" i="0" u="none" strike="noStrike" baseline="0" dirty="0" smtClean="0">
              <a:solidFill>
                <a:schemeClr val="tx1"/>
              </a:solidFill>
              <a:effectLst/>
              <a:latin typeface="Arial Narrow" pitchFamily="34" charset="0"/>
            </a:rPr>
            <a:t>Эвристическое программирование</a:t>
          </a:r>
          <a:endParaRPr lang="ru-RU" sz="1800" strike="noStrike" dirty="0" smtClean="0">
            <a:solidFill>
              <a:schemeClr val="tx1"/>
            </a:solidFill>
            <a:effectLst/>
            <a:latin typeface="Arial Narrow" pitchFamily="34" charset="0"/>
          </a:endParaRPr>
        </a:p>
      </dgm:t>
    </dgm:pt>
    <dgm:pt modelId="{C170E783-8693-4C9C-A3F0-DA58CDDFDDFB}" type="parTrans" cxnId="{967576E5-5467-4B99-9336-B515C924C890}">
      <dgm:prSet/>
      <dgm:spPr/>
      <dgm:t>
        <a:bodyPr/>
        <a:lstStyle/>
        <a:p>
          <a:endParaRPr lang="ru-RU" sz="1800" strike="noStrike">
            <a:solidFill>
              <a:schemeClr val="tx1"/>
            </a:solidFill>
            <a:effectLst/>
            <a:latin typeface="Arial Narrow" pitchFamily="34" charset="0"/>
          </a:endParaRPr>
        </a:p>
      </dgm:t>
    </dgm:pt>
    <dgm:pt modelId="{0FCE0DF6-91BA-4E07-A38E-C071FF96CCC7}" type="sibTrans" cxnId="{967576E5-5467-4B99-9336-B515C924C890}">
      <dgm:prSet/>
      <dgm:spPr/>
      <dgm:t>
        <a:bodyPr/>
        <a:lstStyle/>
        <a:p>
          <a:endParaRPr lang="ru-RU" sz="1800" strike="noStrike">
            <a:solidFill>
              <a:schemeClr val="tx1"/>
            </a:solidFill>
            <a:effectLst/>
            <a:latin typeface="Arial Narrow" pitchFamily="34" charset="0"/>
          </a:endParaRPr>
        </a:p>
      </dgm:t>
    </dgm:pt>
    <dgm:pt modelId="{A108C1B5-1C0A-4567-A401-A76763CA40AA}">
      <dgm:prSet custT="1"/>
      <dgm:spPr/>
      <dgm:t>
        <a:bodyPr/>
        <a:lstStyle/>
        <a:p>
          <a:pPr marR="0" algn="ctr" rtl="0"/>
          <a:r>
            <a:rPr lang="ru-RU" sz="1800" b="0" i="0" u="none" strike="noStrike" baseline="0" dirty="0" smtClean="0">
              <a:solidFill>
                <a:schemeClr val="tx1"/>
              </a:solidFill>
              <a:effectLst/>
              <a:latin typeface="Arial Narrow" pitchFamily="34" charset="0"/>
            </a:rPr>
            <a:t>Модели представления знаний </a:t>
          </a:r>
          <a:endParaRPr lang="ru-RU" sz="1800" strike="noStrike" dirty="0" smtClean="0">
            <a:solidFill>
              <a:schemeClr val="tx1"/>
            </a:solidFill>
            <a:effectLst/>
            <a:latin typeface="Arial Narrow" pitchFamily="34" charset="0"/>
          </a:endParaRPr>
        </a:p>
      </dgm:t>
    </dgm:pt>
    <dgm:pt modelId="{3909F5A5-72B4-4797-87A0-CA5550DE6365}" type="parTrans" cxnId="{17849DEE-3231-44A6-B61B-2CC4664DE73A}">
      <dgm:prSet/>
      <dgm:spPr/>
      <dgm:t>
        <a:bodyPr/>
        <a:lstStyle/>
        <a:p>
          <a:endParaRPr lang="ru-RU" sz="1800" strike="noStrike">
            <a:solidFill>
              <a:schemeClr val="tx1"/>
            </a:solidFill>
            <a:effectLst/>
            <a:latin typeface="Arial Narrow" pitchFamily="34" charset="0"/>
          </a:endParaRPr>
        </a:p>
      </dgm:t>
    </dgm:pt>
    <dgm:pt modelId="{7CACC2C1-ABDB-44E9-86BC-5DD0A645EDA4}" type="sibTrans" cxnId="{17849DEE-3231-44A6-B61B-2CC4664DE73A}">
      <dgm:prSet/>
      <dgm:spPr/>
      <dgm:t>
        <a:bodyPr/>
        <a:lstStyle/>
        <a:p>
          <a:endParaRPr lang="ru-RU" sz="1800" strike="noStrike">
            <a:solidFill>
              <a:schemeClr val="tx1"/>
            </a:solidFill>
            <a:effectLst/>
            <a:latin typeface="Arial Narrow" pitchFamily="34" charset="0"/>
          </a:endParaRPr>
        </a:p>
      </dgm:t>
    </dgm:pt>
    <dgm:pt modelId="{D6FC6AAF-6DB5-4FA0-BEF8-4C83515640FF}">
      <dgm:prSet custT="1"/>
      <dgm:spPr/>
      <dgm:t>
        <a:bodyPr/>
        <a:lstStyle/>
        <a:p>
          <a:pPr marR="0" algn="ctr" rtl="0"/>
          <a:r>
            <a:rPr lang="ru-RU" sz="1800" b="0" i="0" u="none" strike="noStrike" baseline="0" smtClean="0">
              <a:solidFill>
                <a:schemeClr val="tx1"/>
              </a:solidFill>
              <a:effectLst/>
              <a:latin typeface="Arial Narrow" pitchFamily="34" charset="0"/>
            </a:rPr>
            <a:t>Другие</a:t>
          </a:r>
          <a:endParaRPr lang="ru-RU" sz="1800" strike="noStrike" smtClean="0">
            <a:solidFill>
              <a:schemeClr val="tx1"/>
            </a:solidFill>
            <a:effectLst/>
            <a:latin typeface="Arial Narrow" pitchFamily="34" charset="0"/>
          </a:endParaRPr>
        </a:p>
      </dgm:t>
    </dgm:pt>
    <dgm:pt modelId="{D9F8F7BE-835F-45FB-A458-CE6D71AB0E1F}" type="parTrans" cxnId="{A97DC054-8A61-45BD-908E-3266E722F9D1}">
      <dgm:prSet/>
      <dgm:spPr/>
      <dgm:t>
        <a:bodyPr/>
        <a:lstStyle/>
        <a:p>
          <a:endParaRPr lang="ru-RU" sz="1800" strike="noStrike">
            <a:solidFill>
              <a:schemeClr val="tx1"/>
            </a:solidFill>
            <a:effectLst/>
            <a:latin typeface="Arial Narrow" pitchFamily="34" charset="0"/>
          </a:endParaRPr>
        </a:p>
      </dgm:t>
    </dgm:pt>
    <dgm:pt modelId="{9F141C00-0B92-4D91-8503-E8DED7C1DECE}" type="sibTrans" cxnId="{A97DC054-8A61-45BD-908E-3266E722F9D1}">
      <dgm:prSet/>
      <dgm:spPr/>
      <dgm:t>
        <a:bodyPr/>
        <a:lstStyle/>
        <a:p>
          <a:endParaRPr lang="ru-RU" sz="1800" strike="noStrike">
            <a:solidFill>
              <a:schemeClr val="tx1"/>
            </a:solidFill>
            <a:effectLst/>
            <a:latin typeface="Arial Narrow" pitchFamily="34" charset="0"/>
          </a:endParaRPr>
        </a:p>
      </dgm:t>
    </dgm:pt>
    <dgm:pt modelId="{4C76502D-8027-43B0-A3B7-291B0199E9D1}">
      <dgm:prSet custT="1"/>
      <dgm:spPr/>
      <dgm:t>
        <a:bodyPr/>
        <a:lstStyle/>
        <a:p>
          <a:pPr marR="0" algn="ctr" rtl="0"/>
          <a:r>
            <a:rPr lang="ru-RU" sz="1800" b="0" i="0" u="none" strike="noStrike" baseline="0" dirty="0" smtClean="0">
              <a:solidFill>
                <a:schemeClr val="tx1"/>
              </a:solidFill>
              <a:effectLst>
                <a:outerShdw blurRad="38100" dist="38100" dir="2700000" algn="tl">
                  <a:srgbClr val="000000">
                    <a:alpha val="43137"/>
                  </a:srgbClr>
                </a:outerShdw>
              </a:effectLst>
              <a:latin typeface="Arial Narrow" pitchFamily="34" charset="0"/>
            </a:rPr>
            <a:t>Мягкие</a:t>
          </a:r>
          <a:endParaRPr lang="ru-RU" sz="1800" strike="noStrike" dirty="0" smtClean="0">
            <a:solidFill>
              <a:schemeClr val="tx1"/>
            </a:solidFill>
            <a:effectLst>
              <a:outerShdw blurRad="38100" dist="38100" dir="2700000" algn="tl">
                <a:srgbClr val="000000">
                  <a:alpha val="43137"/>
                </a:srgbClr>
              </a:outerShdw>
            </a:effectLst>
            <a:latin typeface="Arial Narrow" pitchFamily="34" charset="0"/>
          </a:endParaRPr>
        </a:p>
      </dgm:t>
    </dgm:pt>
    <dgm:pt modelId="{6E234697-8F3A-4B5E-80A5-9BE6AD3C2B7C}" type="parTrans" cxnId="{EBA868DA-7A95-4E49-9A9E-C30FA5081AB7}">
      <dgm:prSet/>
      <dgm:spPr/>
      <dgm:t>
        <a:bodyPr/>
        <a:lstStyle/>
        <a:p>
          <a:endParaRPr lang="ru-RU" sz="1800" strike="noStrike">
            <a:solidFill>
              <a:schemeClr val="tx1"/>
            </a:solidFill>
            <a:effectLst/>
            <a:latin typeface="Arial Narrow" pitchFamily="34" charset="0"/>
          </a:endParaRPr>
        </a:p>
      </dgm:t>
    </dgm:pt>
    <dgm:pt modelId="{0B838765-A401-4E66-8A65-FB6B58CA52E0}" type="sibTrans" cxnId="{EBA868DA-7A95-4E49-9A9E-C30FA5081AB7}">
      <dgm:prSet/>
      <dgm:spPr/>
      <dgm:t>
        <a:bodyPr/>
        <a:lstStyle/>
        <a:p>
          <a:endParaRPr lang="ru-RU" sz="1800" strike="noStrike">
            <a:solidFill>
              <a:schemeClr val="tx1"/>
            </a:solidFill>
            <a:effectLst/>
            <a:latin typeface="Arial Narrow" pitchFamily="34" charset="0"/>
          </a:endParaRPr>
        </a:p>
      </dgm:t>
    </dgm:pt>
    <dgm:pt modelId="{49D9A8D7-BBC7-43B5-8764-AC6D7A1E071A}">
      <dgm:prSet custT="1"/>
      <dgm:spPr/>
      <dgm:t>
        <a:bodyPr/>
        <a:lstStyle/>
        <a:p>
          <a:pPr marR="0" algn="ctr" rtl="0"/>
          <a:r>
            <a:rPr lang="ru-RU" sz="1800" b="0" i="0" u="none" strike="noStrike" baseline="0" dirty="0" smtClean="0">
              <a:solidFill>
                <a:schemeClr val="tx1"/>
              </a:solidFill>
              <a:effectLst/>
              <a:latin typeface="Arial Narrow" pitchFamily="34" charset="0"/>
            </a:rPr>
            <a:t>Нейронные сети</a:t>
          </a:r>
          <a:endParaRPr lang="ru-RU" sz="1800" strike="noStrike" dirty="0" smtClean="0">
            <a:solidFill>
              <a:schemeClr val="tx1"/>
            </a:solidFill>
            <a:effectLst/>
            <a:latin typeface="Arial Narrow" pitchFamily="34" charset="0"/>
          </a:endParaRPr>
        </a:p>
      </dgm:t>
    </dgm:pt>
    <dgm:pt modelId="{5F17CE96-76E6-4685-AF15-6BAC8B7D3358}" type="parTrans" cxnId="{BB5EF99C-F944-4D6D-82B3-B41E7787738A}">
      <dgm:prSet/>
      <dgm:spPr/>
      <dgm:t>
        <a:bodyPr/>
        <a:lstStyle/>
        <a:p>
          <a:endParaRPr lang="ru-RU" sz="1800" strike="noStrike">
            <a:solidFill>
              <a:schemeClr val="tx1"/>
            </a:solidFill>
            <a:effectLst/>
            <a:latin typeface="Arial Narrow" pitchFamily="34" charset="0"/>
          </a:endParaRPr>
        </a:p>
      </dgm:t>
    </dgm:pt>
    <dgm:pt modelId="{3791B124-2B93-4DFD-8C03-DAC2AB294E37}" type="sibTrans" cxnId="{BB5EF99C-F944-4D6D-82B3-B41E7787738A}">
      <dgm:prSet/>
      <dgm:spPr/>
      <dgm:t>
        <a:bodyPr/>
        <a:lstStyle/>
        <a:p>
          <a:endParaRPr lang="ru-RU" sz="1800" strike="noStrike">
            <a:solidFill>
              <a:schemeClr val="tx1"/>
            </a:solidFill>
            <a:effectLst/>
            <a:latin typeface="Arial Narrow" pitchFamily="34" charset="0"/>
          </a:endParaRPr>
        </a:p>
      </dgm:t>
    </dgm:pt>
    <dgm:pt modelId="{D75D162F-BDC8-4238-AD93-73666280B1FD}">
      <dgm:prSet custT="1"/>
      <dgm:spPr/>
      <dgm:t>
        <a:bodyPr/>
        <a:lstStyle/>
        <a:p>
          <a:pPr marR="0" algn="ctr" rtl="0"/>
          <a:r>
            <a:rPr lang="ru-RU" sz="1800" b="0" i="0" u="none" strike="noStrike" baseline="0" smtClean="0">
              <a:solidFill>
                <a:schemeClr val="tx1"/>
              </a:solidFill>
              <a:effectLst/>
              <a:latin typeface="Arial Narrow" pitchFamily="34" charset="0"/>
            </a:rPr>
            <a:t>Эволюционные методы</a:t>
          </a:r>
          <a:endParaRPr lang="ru-RU" sz="1800" strike="noStrike" smtClean="0">
            <a:solidFill>
              <a:schemeClr val="tx1"/>
            </a:solidFill>
            <a:effectLst/>
            <a:latin typeface="Arial Narrow" pitchFamily="34" charset="0"/>
          </a:endParaRPr>
        </a:p>
      </dgm:t>
    </dgm:pt>
    <dgm:pt modelId="{A5334DDE-6E28-4E30-89F7-39AB3A483319}" type="parTrans" cxnId="{5F1AC730-88BB-4538-BE4A-C34FFDB30A50}">
      <dgm:prSet/>
      <dgm:spPr/>
      <dgm:t>
        <a:bodyPr/>
        <a:lstStyle/>
        <a:p>
          <a:endParaRPr lang="ru-RU" sz="1800" strike="noStrike">
            <a:solidFill>
              <a:schemeClr val="tx1"/>
            </a:solidFill>
            <a:effectLst/>
            <a:latin typeface="Arial Narrow" pitchFamily="34" charset="0"/>
          </a:endParaRPr>
        </a:p>
      </dgm:t>
    </dgm:pt>
    <dgm:pt modelId="{45FB7A30-CEC0-4FB5-BF62-4A49F3A94849}" type="sibTrans" cxnId="{5F1AC730-88BB-4538-BE4A-C34FFDB30A50}">
      <dgm:prSet/>
      <dgm:spPr/>
      <dgm:t>
        <a:bodyPr/>
        <a:lstStyle/>
        <a:p>
          <a:endParaRPr lang="ru-RU" sz="1800" strike="noStrike">
            <a:solidFill>
              <a:schemeClr val="tx1"/>
            </a:solidFill>
            <a:effectLst/>
            <a:latin typeface="Arial Narrow" pitchFamily="34" charset="0"/>
          </a:endParaRPr>
        </a:p>
      </dgm:t>
    </dgm:pt>
    <dgm:pt modelId="{0F79FF7C-0FEF-464E-91DA-659AA5C9477E}">
      <dgm:prSet custT="1"/>
      <dgm:spPr/>
      <dgm:t>
        <a:bodyPr/>
        <a:lstStyle/>
        <a:p>
          <a:pPr marR="0" algn="ctr" rtl="0"/>
          <a:r>
            <a:rPr lang="ru-RU" sz="1800" b="0" i="0" u="none" strike="noStrike" baseline="0" dirty="0" smtClean="0">
              <a:solidFill>
                <a:schemeClr val="tx1"/>
              </a:solidFill>
              <a:effectLst/>
              <a:latin typeface="Arial Narrow" pitchFamily="34" charset="0"/>
            </a:rPr>
            <a:t>Нечеткая логика и нечеткие множества</a:t>
          </a:r>
          <a:endParaRPr lang="ru-RU" sz="1800" strike="noStrike" dirty="0" smtClean="0">
            <a:solidFill>
              <a:schemeClr val="tx1"/>
            </a:solidFill>
            <a:effectLst/>
            <a:latin typeface="Arial Narrow" pitchFamily="34" charset="0"/>
          </a:endParaRPr>
        </a:p>
      </dgm:t>
    </dgm:pt>
    <dgm:pt modelId="{9B33F21B-CE71-4A36-9423-06E79BF3DB40}" type="parTrans" cxnId="{71933C46-CE92-4DBA-A051-12DB0B254F03}">
      <dgm:prSet/>
      <dgm:spPr/>
      <dgm:t>
        <a:bodyPr/>
        <a:lstStyle/>
        <a:p>
          <a:endParaRPr lang="ru-RU" sz="1800" strike="noStrike">
            <a:solidFill>
              <a:schemeClr val="tx1"/>
            </a:solidFill>
            <a:effectLst/>
            <a:latin typeface="Arial Narrow" pitchFamily="34" charset="0"/>
          </a:endParaRPr>
        </a:p>
      </dgm:t>
    </dgm:pt>
    <dgm:pt modelId="{1D74FD31-C791-40DF-8230-EAB61BFCFDD3}" type="sibTrans" cxnId="{71933C46-CE92-4DBA-A051-12DB0B254F03}">
      <dgm:prSet/>
      <dgm:spPr/>
      <dgm:t>
        <a:bodyPr/>
        <a:lstStyle/>
        <a:p>
          <a:endParaRPr lang="ru-RU" sz="1800" strike="noStrike">
            <a:solidFill>
              <a:schemeClr val="tx1"/>
            </a:solidFill>
            <a:effectLst/>
            <a:latin typeface="Arial Narrow" pitchFamily="34" charset="0"/>
          </a:endParaRPr>
        </a:p>
      </dgm:t>
    </dgm:pt>
    <dgm:pt modelId="{F18B9CCE-0CDC-42C4-A578-06CC61D6E819}">
      <dgm:prSet custT="1"/>
      <dgm:spPr/>
      <dgm:t>
        <a:bodyPr/>
        <a:lstStyle/>
        <a:p>
          <a:pPr marR="0" algn="ctr" rtl="0"/>
          <a:r>
            <a:rPr lang="ru-RU" sz="1800" b="0" i="0" u="none" strike="noStrike" baseline="0" dirty="0" smtClean="0">
              <a:solidFill>
                <a:schemeClr val="tx1"/>
              </a:solidFill>
              <a:effectLst>
                <a:outerShdw blurRad="38100" dist="38100" dir="2700000" algn="tl">
                  <a:srgbClr val="000000">
                    <a:alpha val="43137"/>
                  </a:srgbClr>
                </a:outerShdw>
              </a:effectLst>
              <a:latin typeface="Arial Narrow" pitchFamily="34" charset="0"/>
            </a:rPr>
            <a:t>Гибридные</a:t>
          </a:r>
          <a:endParaRPr lang="ru-RU" sz="1800" strike="noStrike" dirty="0" smtClean="0">
            <a:solidFill>
              <a:schemeClr val="tx1"/>
            </a:solidFill>
            <a:effectLst>
              <a:outerShdw blurRad="38100" dist="38100" dir="2700000" algn="tl">
                <a:srgbClr val="000000">
                  <a:alpha val="43137"/>
                </a:srgbClr>
              </a:outerShdw>
            </a:effectLst>
            <a:latin typeface="Arial Narrow" pitchFamily="34" charset="0"/>
          </a:endParaRPr>
        </a:p>
      </dgm:t>
    </dgm:pt>
    <dgm:pt modelId="{6982789B-7CDE-4E96-98E1-544A6376A945}" type="parTrans" cxnId="{8D8BCFC4-44B1-490A-8959-B81CE96C1C03}">
      <dgm:prSet/>
      <dgm:spPr/>
      <dgm:t>
        <a:bodyPr/>
        <a:lstStyle/>
        <a:p>
          <a:endParaRPr lang="ru-RU" sz="1800" strike="noStrike">
            <a:solidFill>
              <a:schemeClr val="tx1"/>
            </a:solidFill>
            <a:effectLst/>
            <a:latin typeface="Arial Narrow" pitchFamily="34" charset="0"/>
          </a:endParaRPr>
        </a:p>
      </dgm:t>
    </dgm:pt>
    <dgm:pt modelId="{BBE54CC2-CD38-44BE-ACEE-7A7AC272925A}" type="sibTrans" cxnId="{8D8BCFC4-44B1-490A-8959-B81CE96C1C03}">
      <dgm:prSet/>
      <dgm:spPr/>
      <dgm:t>
        <a:bodyPr/>
        <a:lstStyle/>
        <a:p>
          <a:endParaRPr lang="ru-RU" sz="1800" strike="noStrike">
            <a:solidFill>
              <a:schemeClr val="tx1"/>
            </a:solidFill>
            <a:effectLst/>
            <a:latin typeface="Arial Narrow" pitchFamily="34" charset="0"/>
          </a:endParaRPr>
        </a:p>
      </dgm:t>
    </dgm:pt>
    <dgm:pt modelId="{40131467-D859-485A-84E0-76E71420CC87}" type="pres">
      <dgm:prSet presAssocID="{28FF9B7E-E8C1-4857-A8DF-5658CE203D4E}" presName="hierChild1" presStyleCnt="0">
        <dgm:presLayoutVars>
          <dgm:orgChart val="1"/>
          <dgm:chPref val="1"/>
          <dgm:dir/>
          <dgm:animOne val="branch"/>
          <dgm:animLvl val="lvl"/>
          <dgm:resizeHandles/>
        </dgm:presLayoutVars>
      </dgm:prSet>
      <dgm:spPr/>
    </dgm:pt>
    <dgm:pt modelId="{64CF268B-F3CC-4C15-AD6A-DBBF6FEF1E29}" type="pres">
      <dgm:prSet presAssocID="{0F7ED3F5-DFD1-42A6-9644-B6035E063D03}" presName="hierRoot1" presStyleCnt="0">
        <dgm:presLayoutVars>
          <dgm:hierBranch/>
        </dgm:presLayoutVars>
      </dgm:prSet>
      <dgm:spPr/>
    </dgm:pt>
    <dgm:pt modelId="{D54CB3AC-B435-4387-9DCF-B94BAAB536CA}" type="pres">
      <dgm:prSet presAssocID="{0F7ED3F5-DFD1-42A6-9644-B6035E063D03}" presName="rootComposite1" presStyleCnt="0"/>
      <dgm:spPr/>
    </dgm:pt>
    <dgm:pt modelId="{19F4A754-EAB2-40BB-AFF0-1959B30B02F9}" type="pres">
      <dgm:prSet presAssocID="{0F7ED3F5-DFD1-42A6-9644-B6035E063D03}" presName="rootText1" presStyleLbl="node0" presStyleIdx="0" presStyleCnt="1" custScaleX="301406">
        <dgm:presLayoutVars>
          <dgm:chPref val="3"/>
        </dgm:presLayoutVars>
      </dgm:prSet>
      <dgm:spPr/>
      <dgm:t>
        <a:bodyPr/>
        <a:lstStyle/>
        <a:p>
          <a:endParaRPr lang="ru-RU"/>
        </a:p>
      </dgm:t>
    </dgm:pt>
    <dgm:pt modelId="{CEC85AC4-1063-49A0-8492-20B2298BB6B3}" type="pres">
      <dgm:prSet presAssocID="{0F7ED3F5-DFD1-42A6-9644-B6035E063D03}" presName="rootConnector1" presStyleLbl="node1" presStyleIdx="0" presStyleCnt="0"/>
      <dgm:spPr/>
      <dgm:t>
        <a:bodyPr/>
        <a:lstStyle/>
        <a:p>
          <a:endParaRPr lang="ru-RU"/>
        </a:p>
      </dgm:t>
    </dgm:pt>
    <dgm:pt modelId="{671DC142-B9BE-48DF-810F-DDF2B640B5AA}" type="pres">
      <dgm:prSet presAssocID="{0F7ED3F5-DFD1-42A6-9644-B6035E063D03}" presName="hierChild2" presStyleCnt="0"/>
      <dgm:spPr/>
    </dgm:pt>
    <dgm:pt modelId="{7764A4F5-D25B-4BA1-87D5-DA58166F1992}" type="pres">
      <dgm:prSet presAssocID="{4B452493-196C-4AB7-B2AC-FCECC037D219}" presName="Name35" presStyleLbl="parChTrans1D2" presStyleIdx="0" presStyleCnt="3"/>
      <dgm:spPr/>
      <dgm:t>
        <a:bodyPr/>
        <a:lstStyle/>
        <a:p>
          <a:endParaRPr lang="ru-RU"/>
        </a:p>
      </dgm:t>
    </dgm:pt>
    <dgm:pt modelId="{00D2AE09-3D23-4AEE-9995-E467321941F0}" type="pres">
      <dgm:prSet presAssocID="{3D99B156-FF15-4E7B-ABB7-5C518D48292A}" presName="hierRoot2" presStyleCnt="0">
        <dgm:presLayoutVars>
          <dgm:hierBranch val="r"/>
        </dgm:presLayoutVars>
      </dgm:prSet>
      <dgm:spPr/>
    </dgm:pt>
    <dgm:pt modelId="{5A5929EB-908A-46EB-A77D-6140C41EB5E2}" type="pres">
      <dgm:prSet presAssocID="{3D99B156-FF15-4E7B-ABB7-5C518D48292A}" presName="rootComposite" presStyleCnt="0"/>
      <dgm:spPr/>
    </dgm:pt>
    <dgm:pt modelId="{3D2865E5-B503-4DE7-B492-290961427B8E}" type="pres">
      <dgm:prSet presAssocID="{3D99B156-FF15-4E7B-ABB7-5C518D48292A}" presName="rootText" presStyleLbl="node2" presStyleIdx="0" presStyleCnt="3" custScaleX="155776">
        <dgm:presLayoutVars>
          <dgm:chPref val="3"/>
        </dgm:presLayoutVars>
      </dgm:prSet>
      <dgm:spPr/>
      <dgm:t>
        <a:bodyPr/>
        <a:lstStyle/>
        <a:p>
          <a:endParaRPr lang="ru-RU"/>
        </a:p>
      </dgm:t>
    </dgm:pt>
    <dgm:pt modelId="{C9719889-740A-44BE-A04B-0089112DBA6E}" type="pres">
      <dgm:prSet presAssocID="{3D99B156-FF15-4E7B-ABB7-5C518D48292A}" presName="rootConnector" presStyleLbl="node2" presStyleIdx="0" presStyleCnt="3"/>
      <dgm:spPr/>
      <dgm:t>
        <a:bodyPr/>
        <a:lstStyle/>
        <a:p>
          <a:endParaRPr lang="ru-RU"/>
        </a:p>
      </dgm:t>
    </dgm:pt>
    <dgm:pt modelId="{10B65D78-0DBD-4CC7-B011-A281C503DEE7}" type="pres">
      <dgm:prSet presAssocID="{3D99B156-FF15-4E7B-ABB7-5C518D48292A}" presName="hierChild4" presStyleCnt="0"/>
      <dgm:spPr/>
    </dgm:pt>
    <dgm:pt modelId="{29C7D6E7-8F5B-43D8-9EA9-135133B6A3E7}" type="pres">
      <dgm:prSet presAssocID="{E5434A33-130B-4516-BD0E-7B55A55CF49B}" presName="Name50" presStyleLbl="parChTrans1D3" presStyleIdx="0" presStyleCnt="7"/>
      <dgm:spPr/>
      <dgm:t>
        <a:bodyPr/>
        <a:lstStyle/>
        <a:p>
          <a:endParaRPr lang="ru-RU"/>
        </a:p>
      </dgm:t>
    </dgm:pt>
    <dgm:pt modelId="{AD7D1F2D-3E0A-4420-9AF1-30F433217953}" type="pres">
      <dgm:prSet presAssocID="{23C6E180-6569-41F7-AD12-95BF88331692}" presName="hierRoot2" presStyleCnt="0">
        <dgm:presLayoutVars>
          <dgm:hierBranch val="r"/>
        </dgm:presLayoutVars>
      </dgm:prSet>
      <dgm:spPr/>
    </dgm:pt>
    <dgm:pt modelId="{29B52A36-8987-4531-8871-1128B32AB83B}" type="pres">
      <dgm:prSet presAssocID="{23C6E180-6569-41F7-AD12-95BF88331692}" presName="rootComposite" presStyleCnt="0"/>
      <dgm:spPr/>
    </dgm:pt>
    <dgm:pt modelId="{F83A280C-DA73-4336-A268-86A3946CDFDC}" type="pres">
      <dgm:prSet presAssocID="{23C6E180-6569-41F7-AD12-95BF88331692}" presName="rootText" presStyleLbl="node3" presStyleIdx="0" presStyleCnt="7">
        <dgm:presLayoutVars>
          <dgm:chPref val="3"/>
        </dgm:presLayoutVars>
      </dgm:prSet>
      <dgm:spPr/>
      <dgm:t>
        <a:bodyPr/>
        <a:lstStyle/>
        <a:p>
          <a:endParaRPr lang="ru-RU"/>
        </a:p>
      </dgm:t>
    </dgm:pt>
    <dgm:pt modelId="{94EE6E95-E482-4F02-BD70-8045218B0281}" type="pres">
      <dgm:prSet presAssocID="{23C6E180-6569-41F7-AD12-95BF88331692}" presName="rootConnector" presStyleLbl="node3" presStyleIdx="0" presStyleCnt="7"/>
      <dgm:spPr/>
      <dgm:t>
        <a:bodyPr/>
        <a:lstStyle/>
        <a:p>
          <a:endParaRPr lang="ru-RU"/>
        </a:p>
      </dgm:t>
    </dgm:pt>
    <dgm:pt modelId="{1B811EEF-4234-4FB1-828E-E28360DC42C3}" type="pres">
      <dgm:prSet presAssocID="{23C6E180-6569-41F7-AD12-95BF88331692}" presName="hierChild4" presStyleCnt="0"/>
      <dgm:spPr/>
    </dgm:pt>
    <dgm:pt modelId="{F5872F55-F8D8-4501-91A0-E8CA7EBED54F}" type="pres">
      <dgm:prSet presAssocID="{23C6E180-6569-41F7-AD12-95BF88331692}" presName="hierChild5" presStyleCnt="0"/>
      <dgm:spPr/>
    </dgm:pt>
    <dgm:pt modelId="{B096D755-A7D4-4E4D-B2F2-50DB08469B73}" type="pres">
      <dgm:prSet presAssocID="{C170E783-8693-4C9C-A3F0-DA58CDDFDDFB}" presName="Name50" presStyleLbl="parChTrans1D3" presStyleIdx="1" presStyleCnt="7"/>
      <dgm:spPr/>
      <dgm:t>
        <a:bodyPr/>
        <a:lstStyle/>
        <a:p>
          <a:endParaRPr lang="ru-RU"/>
        </a:p>
      </dgm:t>
    </dgm:pt>
    <dgm:pt modelId="{83D274DD-1CBF-477D-AC68-987D5F6520B9}" type="pres">
      <dgm:prSet presAssocID="{29205B16-EACB-4E88-99FB-8132F38BCFF8}" presName="hierRoot2" presStyleCnt="0">
        <dgm:presLayoutVars>
          <dgm:hierBranch val="r"/>
        </dgm:presLayoutVars>
      </dgm:prSet>
      <dgm:spPr/>
    </dgm:pt>
    <dgm:pt modelId="{F3BC12D6-9E73-4111-8D67-F4C517ABD5F2}" type="pres">
      <dgm:prSet presAssocID="{29205B16-EACB-4E88-99FB-8132F38BCFF8}" presName="rootComposite" presStyleCnt="0"/>
      <dgm:spPr/>
    </dgm:pt>
    <dgm:pt modelId="{8A1C380F-72CA-448F-A951-89C9A31FBEB9}" type="pres">
      <dgm:prSet presAssocID="{29205B16-EACB-4E88-99FB-8132F38BCFF8}" presName="rootText" presStyleLbl="node3" presStyleIdx="1" presStyleCnt="7">
        <dgm:presLayoutVars>
          <dgm:chPref val="3"/>
        </dgm:presLayoutVars>
      </dgm:prSet>
      <dgm:spPr/>
      <dgm:t>
        <a:bodyPr/>
        <a:lstStyle/>
        <a:p>
          <a:endParaRPr lang="ru-RU"/>
        </a:p>
      </dgm:t>
    </dgm:pt>
    <dgm:pt modelId="{8948C49D-4BC4-4D9E-9B70-FAE21432CC6C}" type="pres">
      <dgm:prSet presAssocID="{29205B16-EACB-4E88-99FB-8132F38BCFF8}" presName="rootConnector" presStyleLbl="node3" presStyleIdx="1" presStyleCnt="7"/>
      <dgm:spPr/>
      <dgm:t>
        <a:bodyPr/>
        <a:lstStyle/>
        <a:p>
          <a:endParaRPr lang="ru-RU"/>
        </a:p>
      </dgm:t>
    </dgm:pt>
    <dgm:pt modelId="{2630DF3B-743D-4B5D-BFD9-5FBAD40F8CB0}" type="pres">
      <dgm:prSet presAssocID="{29205B16-EACB-4E88-99FB-8132F38BCFF8}" presName="hierChild4" presStyleCnt="0"/>
      <dgm:spPr/>
    </dgm:pt>
    <dgm:pt modelId="{77036B11-C550-4D07-9EB8-210EDE36D901}" type="pres">
      <dgm:prSet presAssocID="{29205B16-EACB-4E88-99FB-8132F38BCFF8}" presName="hierChild5" presStyleCnt="0"/>
      <dgm:spPr/>
    </dgm:pt>
    <dgm:pt modelId="{C5965989-95F2-4BEC-B391-B1A41C4C0203}" type="pres">
      <dgm:prSet presAssocID="{3909F5A5-72B4-4797-87A0-CA5550DE6365}" presName="Name50" presStyleLbl="parChTrans1D3" presStyleIdx="2" presStyleCnt="7"/>
      <dgm:spPr/>
      <dgm:t>
        <a:bodyPr/>
        <a:lstStyle/>
        <a:p>
          <a:endParaRPr lang="ru-RU"/>
        </a:p>
      </dgm:t>
    </dgm:pt>
    <dgm:pt modelId="{34AB8715-6364-4B08-8114-FF16A554BCC3}" type="pres">
      <dgm:prSet presAssocID="{A108C1B5-1C0A-4567-A401-A76763CA40AA}" presName="hierRoot2" presStyleCnt="0">
        <dgm:presLayoutVars>
          <dgm:hierBranch val="r"/>
        </dgm:presLayoutVars>
      </dgm:prSet>
      <dgm:spPr/>
    </dgm:pt>
    <dgm:pt modelId="{B8894784-AC60-4F85-B101-8CC636CCA234}" type="pres">
      <dgm:prSet presAssocID="{A108C1B5-1C0A-4567-A401-A76763CA40AA}" presName="rootComposite" presStyleCnt="0"/>
      <dgm:spPr/>
    </dgm:pt>
    <dgm:pt modelId="{BCF92FC7-CDE5-4411-BE47-87B1A85DB0DB}" type="pres">
      <dgm:prSet presAssocID="{A108C1B5-1C0A-4567-A401-A76763CA40AA}" presName="rootText" presStyleLbl="node3" presStyleIdx="2" presStyleCnt="7" custScaleX="97470" custScaleY="162218">
        <dgm:presLayoutVars>
          <dgm:chPref val="3"/>
        </dgm:presLayoutVars>
      </dgm:prSet>
      <dgm:spPr/>
      <dgm:t>
        <a:bodyPr/>
        <a:lstStyle/>
        <a:p>
          <a:endParaRPr lang="ru-RU"/>
        </a:p>
      </dgm:t>
    </dgm:pt>
    <dgm:pt modelId="{985DAE2B-F4E4-4185-95F9-E02DA755D127}" type="pres">
      <dgm:prSet presAssocID="{A108C1B5-1C0A-4567-A401-A76763CA40AA}" presName="rootConnector" presStyleLbl="node3" presStyleIdx="2" presStyleCnt="7"/>
      <dgm:spPr/>
      <dgm:t>
        <a:bodyPr/>
        <a:lstStyle/>
        <a:p>
          <a:endParaRPr lang="ru-RU"/>
        </a:p>
      </dgm:t>
    </dgm:pt>
    <dgm:pt modelId="{5DE68795-35F3-4CBC-81CC-8B30F19ED90B}" type="pres">
      <dgm:prSet presAssocID="{A108C1B5-1C0A-4567-A401-A76763CA40AA}" presName="hierChild4" presStyleCnt="0"/>
      <dgm:spPr/>
    </dgm:pt>
    <dgm:pt modelId="{1E1447CC-DE8C-416A-9754-74A87FE75DF6}" type="pres">
      <dgm:prSet presAssocID="{A108C1B5-1C0A-4567-A401-A76763CA40AA}" presName="hierChild5" presStyleCnt="0"/>
      <dgm:spPr/>
    </dgm:pt>
    <dgm:pt modelId="{121DFA65-59E1-4554-ADCC-37989FA9BC9B}" type="pres">
      <dgm:prSet presAssocID="{D9F8F7BE-835F-45FB-A458-CE6D71AB0E1F}" presName="Name50" presStyleLbl="parChTrans1D3" presStyleIdx="3" presStyleCnt="7"/>
      <dgm:spPr/>
      <dgm:t>
        <a:bodyPr/>
        <a:lstStyle/>
        <a:p>
          <a:endParaRPr lang="ru-RU"/>
        </a:p>
      </dgm:t>
    </dgm:pt>
    <dgm:pt modelId="{366E7EEE-9CE6-402A-A7AC-087710374281}" type="pres">
      <dgm:prSet presAssocID="{D6FC6AAF-6DB5-4FA0-BEF8-4C83515640FF}" presName="hierRoot2" presStyleCnt="0">
        <dgm:presLayoutVars>
          <dgm:hierBranch val="r"/>
        </dgm:presLayoutVars>
      </dgm:prSet>
      <dgm:spPr/>
    </dgm:pt>
    <dgm:pt modelId="{F4C7F6F8-EF9B-400C-8321-C4A01040CF63}" type="pres">
      <dgm:prSet presAssocID="{D6FC6AAF-6DB5-4FA0-BEF8-4C83515640FF}" presName="rootComposite" presStyleCnt="0"/>
      <dgm:spPr/>
    </dgm:pt>
    <dgm:pt modelId="{4317696D-B619-434F-A3E3-2A1B2FE238A3}" type="pres">
      <dgm:prSet presAssocID="{D6FC6AAF-6DB5-4FA0-BEF8-4C83515640FF}" presName="rootText" presStyleLbl="node3" presStyleIdx="3" presStyleCnt="7">
        <dgm:presLayoutVars>
          <dgm:chPref val="3"/>
        </dgm:presLayoutVars>
      </dgm:prSet>
      <dgm:spPr/>
      <dgm:t>
        <a:bodyPr/>
        <a:lstStyle/>
        <a:p>
          <a:endParaRPr lang="ru-RU"/>
        </a:p>
      </dgm:t>
    </dgm:pt>
    <dgm:pt modelId="{8C70D75D-0F7B-40B2-A1FB-69ADBF04A3FA}" type="pres">
      <dgm:prSet presAssocID="{D6FC6AAF-6DB5-4FA0-BEF8-4C83515640FF}" presName="rootConnector" presStyleLbl="node3" presStyleIdx="3" presStyleCnt="7"/>
      <dgm:spPr/>
      <dgm:t>
        <a:bodyPr/>
        <a:lstStyle/>
        <a:p>
          <a:endParaRPr lang="ru-RU"/>
        </a:p>
      </dgm:t>
    </dgm:pt>
    <dgm:pt modelId="{5E3F1712-672D-4CB8-ADD1-52EB99A102F0}" type="pres">
      <dgm:prSet presAssocID="{D6FC6AAF-6DB5-4FA0-BEF8-4C83515640FF}" presName="hierChild4" presStyleCnt="0"/>
      <dgm:spPr/>
    </dgm:pt>
    <dgm:pt modelId="{87258F7A-7A22-4EA0-AD29-DAE540A0EA7E}" type="pres">
      <dgm:prSet presAssocID="{D6FC6AAF-6DB5-4FA0-BEF8-4C83515640FF}" presName="hierChild5" presStyleCnt="0"/>
      <dgm:spPr/>
    </dgm:pt>
    <dgm:pt modelId="{0C1E625F-1E62-4ED7-998F-9CC106362EF4}" type="pres">
      <dgm:prSet presAssocID="{3D99B156-FF15-4E7B-ABB7-5C518D48292A}" presName="hierChild5" presStyleCnt="0"/>
      <dgm:spPr/>
    </dgm:pt>
    <dgm:pt modelId="{B407E216-FB2E-472C-B106-E27C45E5A6C6}" type="pres">
      <dgm:prSet presAssocID="{6E234697-8F3A-4B5E-80A5-9BE6AD3C2B7C}" presName="Name35" presStyleLbl="parChTrans1D2" presStyleIdx="1" presStyleCnt="3"/>
      <dgm:spPr/>
      <dgm:t>
        <a:bodyPr/>
        <a:lstStyle/>
        <a:p>
          <a:endParaRPr lang="ru-RU"/>
        </a:p>
      </dgm:t>
    </dgm:pt>
    <dgm:pt modelId="{7779F1DF-9BC8-493B-BB03-AE643A30DD6D}" type="pres">
      <dgm:prSet presAssocID="{4C76502D-8027-43B0-A3B7-291B0199E9D1}" presName="hierRoot2" presStyleCnt="0">
        <dgm:presLayoutVars>
          <dgm:hierBranch val="r"/>
        </dgm:presLayoutVars>
      </dgm:prSet>
      <dgm:spPr/>
    </dgm:pt>
    <dgm:pt modelId="{DEF671C1-671B-410F-9DFB-988DC0D4B9E2}" type="pres">
      <dgm:prSet presAssocID="{4C76502D-8027-43B0-A3B7-291B0199E9D1}" presName="rootComposite" presStyleCnt="0"/>
      <dgm:spPr/>
    </dgm:pt>
    <dgm:pt modelId="{D66624F6-0262-482C-A961-83D7A90D6DC9}" type="pres">
      <dgm:prSet presAssocID="{4C76502D-8027-43B0-A3B7-291B0199E9D1}" presName="rootText" presStyleLbl="node2" presStyleIdx="1" presStyleCnt="3" custScaleX="142001">
        <dgm:presLayoutVars>
          <dgm:chPref val="3"/>
        </dgm:presLayoutVars>
      </dgm:prSet>
      <dgm:spPr/>
      <dgm:t>
        <a:bodyPr/>
        <a:lstStyle/>
        <a:p>
          <a:endParaRPr lang="ru-RU"/>
        </a:p>
      </dgm:t>
    </dgm:pt>
    <dgm:pt modelId="{BD019459-4250-41EA-8043-615940454BC6}" type="pres">
      <dgm:prSet presAssocID="{4C76502D-8027-43B0-A3B7-291B0199E9D1}" presName="rootConnector" presStyleLbl="node2" presStyleIdx="1" presStyleCnt="3"/>
      <dgm:spPr/>
      <dgm:t>
        <a:bodyPr/>
        <a:lstStyle/>
        <a:p>
          <a:endParaRPr lang="ru-RU"/>
        </a:p>
      </dgm:t>
    </dgm:pt>
    <dgm:pt modelId="{3BD468F8-0621-42EB-90FE-477953748609}" type="pres">
      <dgm:prSet presAssocID="{4C76502D-8027-43B0-A3B7-291B0199E9D1}" presName="hierChild4" presStyleCnt="0"/>
      <dgm:spPr/>
    </dgm:pt>
    <dgm:pt modelId="{8640C5BB-480E-49B4-A310-634CF1C98432}" type="pres">
      <dgm:prSet presAssocID="{5F17CE96-76E6-4685-AF15-6BAC8B7D3358}" presName="Name50" presStyleLbl="parChTrans1D3" presStyleIdx="4" presStyleCnt="7"/>
      <dgm:spPr/>
      <dgm:t>
        <a:bodyPr/>
        <a:lstStyle/>
        <a:p>
          <a:endParaRPr lang="ru-RU"/>
        </a:p>
      </dgm:t>
    </dgm:pt>
    <dgm:pt modelId="{7794EC63-267B-419C-B070-81F62BF87CD5}" type="pres">
      <dgm:prSet presAssocID="{49D9A8D7-BBC7-43B5-8764-AC6D7A1E071A}" presName="hierRoot2" presStyleCnt="0">
        <dgm:presLayoutVars>
          <dgm:hierBranch val="r"/>
        </dgm:presLayoutVars>
      </dgm:prSet>
      <dgm:spPr/>
    </dgm:pt>
    <dgm:pt modelId="{6540F975-BD84-4985-9BC3-BFF7D186C7C5}" type="pres">
      <dgm:prSet presAssocID="{49D9A8D7-BBC7-43B5-8764-AC6D7A1E071A}" presName="rootComposite" presStyleCnt="0"/>
      <dgm:spPr/>
    </dgm:pt>
    <dgm:pt modelId="{69E146F0-8693-45B4-B028-D1E095A5DF4A}" type="pres">
      <dgm:prSet presAssocID="{49D9A8D7-BBC7-43B5-8764-AC6D7A1E071A}" presName="rootText" presStyleLbl="node3" presStyleIdx="4" presStyleCnt="7">
        <dgm:presLayoutVars>
          <dgm:chPref val="3"/>
        </dgm:presLayoutVars>
      </dgm:prSet>
      <dgm:spPr/>
      <dgm:t>
        <a:bodyPr/>
        <a:lstStyle/>
        <a:p>
          <a:endParaRPr lang="ru-RU"/>
        </a:p>
      </dgm:t>
    </dgm:pt>
    <dgm:pt modelId="{653908AE-DEE7-40FC-994F-2F304CEAB687}" type="pres">
      <dgm:prSet presAssocID="{49D9A8D7-BBC7-43B5-8764-AC6D7A1E071A}" presName="rootConnector" presStyleLbl="node3" presStyleIdx="4" presStyleCnt="7"/>
      <dgm:spPr/>
      <dgm:t>
        <a:bodyPr/>
        <a:lstStyle/>
        <a:p>
          <a:endParaRPr lang="ru-RU"/>
        </a:p>
      </dgm:t>
    </dgm:pt>
    <dgm:pt modelId="{ECCF3C8B-A401-4572-9379-9D8A2AFE03F2}" type="pres">
      <dgm:prSet presAssocID="{49D9A8D7-BBC7-43B5-8764-AC6D7A1E071A}" presName="hierChild4" presStyleCnt="0"/>
      <dgm:spPr/>
    </dgm:pt>
    <dgm:pt modelId="{443E8340-7B2F-47F1-83E9-A1F97B946B6C}" type="pres">
      <dgm:prSet presAssocID="{49D9A8D7-BBC7-43B5-8764-AC6D7A1E071A}" presName="hierChild5" presStyleCnt="0"/>
      <dgm:spPr/>
    </dgm:pt>
    <dgm:pt modelId="{F176AE19-0E5C-4135-9628-F1E9AD43EC30}" type="pres">
      <dgm:prSet presAssocID="{A5334DDE-6E28-4E30-89F7-39AB3A483319}" presName="Name50" presStyleLbl="parChTrans1D3" presStyleIdx="5" presStyleCnt="7"/>
      <dgm:spPr/>
      <dgm:t>
        <a:bodyPr/>
        <a:lstStyle/>
        <a:p>
          <a:endParaRPr lang="ru-RU"/>
        </a:p>
      </dgm:t>
    </dgm:pt>
    <dgm:pt modelId="{D12CB8CC-6686-4F0A-8BC9-C754B328D780}" type="pres">
      <dgm:prSet presAssocID="{D75D162F-BDC8-4238-AD93-73666280B1FD}" presName="hierRoot2" presStyleCnt="0">
        <dgm:presLayoutVars>
          <dgm:hierBranch val="r"/>
        </dgm:presLayoutVars>
      </dgm:prSet>
      <dgm:spPr/>
    </dgm:pt>
    <dgm:pt modelId="{850F57A4-B87D-4030-A6B6-FFB4C641010E}" type="pres">
      <dgm:prSet presAssocID="{D75D162F-BDC8-4238-AD93-73666280B1FD}" presName="rootComposite" presStyleCnt="0"/>
      <dgm:spPr/>
    </dgm:pt>
    <dgm:pt modelId="{E35E45CA-890B-49DC-AE9E-B28AAFA9AFEC}" type="pres">
      <dgm:prSet presAssocID="{D75D162F-BDC8-4238-AD93-73666280B1FD}" presName="rootText" presStyleLbl="node3" presStyleIdx="5" presStyleCnt="7">
        <dgm:presLayoutVars>
          <dgm:chPref val="3"/>
        </dgm:presLayoutVars>
      </dgm:prSet>
      <dgm:spPr/>
      <dgm:t>
        <a:bodyPr/>
        <a:lstStyle/>
        <a:p>
          <a:endParaRPr lang="ru-RU"/>
        </a:p>
      </dgm:t>
    </dgm:pt>
    <dgm:pt modelId="{B60F297D-9CF5-434F-B520-30E21B781FD6}" type="pres">
      <dgm:prSet presAssocID="{D75D162F-BDC8-4238-AD93-73666280B1FD}" presName="rootConnector" presStyleLbl="node3" presStyleIdx="5" presStyleCnt="7"/>
      <dgm:spPr/>
      <dgm:t>
        <a:bodyPr/>
        <a:lstStyle/>
        <a:p>
          <a:endParaRPr lang="ru-RU"/>
        </a:p>
      </dgm:t>
    </dgm:pt>
    <dgm:pt modelId="{0BBB0088-997D-4941-9F55-EBE04CD77EFD}" type="pres">
      <dgm:prSet presAssocID="{D75D162F-BDC8-4238-AD93-73666280B1FD}" presName="hierChild4" presStyleCnt="0"/>
      <dgm:spPr/>
    </dgm:pt>
    <dgm:pt modelId="{41A8EC26-8CEE-432C-883F-BC64D4F8A316}" type="pres">
      <dgm:prSet presAssocID="{D75D162F-BDC8-4238-AD93-73666280B1FD}" presName="hierChild5" presStyleCnt="0"/>
      <dgm:spPr/>
    </dgm:pt>
    <dgm:pt modelId="{35DF4FC3-D4CE-49D0-A9D0-4B3238EA1F08}" type="pres">
      <dgm:prSet presAssocID="{9B33F21B-CE71-4A36-9423-06E79BF3DB40}" presName="Name50" presStyleLbl="parChTrans1D3" presStyleIdx="6" presStyleCnt="7"/>
      <dgm:spPr/>
      <dgm:t>
        <a:bodyPr/>
        <a:lstStyle/>
        <a:p>
          <a:endParaRPr lang="ru-RU"/>
        </a:p>
      </dgm:t>
    </dgm:pt>
    <dgm:pt modelId="{EC8D4E44-0785-46C0-A082-C8942B8D7A94}" type="pres">
      <dgm:prSet presAssocID="{0F79FF7C-0FEF-464E-91DA-659AA5C9477E}" presName="hierRoot2" presStyleCnt="0">
        <dgm:presLayoutVars>
          <dgm:hierBranch val="r"/>
        </dgm:presLayoutVars>
      </dgm:prSet>
      <dgm:spPr/>
    </dgm:pt>
    <dgm:pt modelId="{A1FD7E66-0F25-4931-B4D6-A4DB812C7438}" type="pres">
      <dgm:prSet presAssocID="{0F79FF7C-0FEF-464E-91DA-659AA5C9477E}" presName="rootComposite" presStyleCnt="0"/>
      <dgm:spPr/>
    </dgm:pt>
    <dgm:pt modelId="{0DB8B0D5-2893-46FF-B0C4-4F3D7B5C8A30}" type="pres">
      <dgm:prSet presAssocID="{0F79FF7C-0FEF-464E-91DA-659AA5C9477E}" presName="rootText" presStyleLbl="node3" presStyleIdx="6" presStyleCnt="7" custScaleX="109191" custScaleY="150894">
        <dgm:presLayoutVars>
          <dgm:chPref val="3"/>
        </dgm:presLayoutVars>
      </dgm:prSet>
      <dgm:spPr/>
      <dgm:t>
        <a:bodyPr/>
        <a:lstStyle/>
        <a:p>
          <a:endParaRPr lang="ru-RU"/>
        </a:p>
      </dgm:t>
    </dgm:pt>
    <dgm:pt modelId="{C5DA8D87-EC25-4A62-99BC-C613F5A6C2F1}" type="pres">
      <dgm:prSet presAssocID="{0F79FF7C-0FEF-464E-91DA-659AA5C9477E}" presName="rootConnector" presStyleLbl="node3" presStyleIdx="6" presStyleCnt="7"/>
      <dgm:spPr/>
      <dgm:t>
        <a:bodyPr/>
        <a:lstStyle/>
        <a:p>
          <a:endParaRPr lang="ru-RU"/>
        </a:p>
      </dgm:t>
    </dgm:pt>
    <dgm:pt modelId="{21E821C3-67EA-434E-89F4-7BC4FA9FFFC7}" type="pres">
      <dgm:prSet presAssocID="{0F79FF7C-0FEF-464E-91DA-659AA5C9477E}" presName="hierChild4" presStyleCnt="0"/>
      <dgm:spPr/>
    </dgm:pt>
    <dgm:pt modelId="{A5BABA57-E94D-4BBE-AB12-F5178FDF1A4B}" type="pres">
      <dgm:prSet presAssocID="{0F79FF7C-0FEF-464E-91DA-659AA5C9477E}" presName="hierChild5" presStyleCnt="0"/>
      <dgm:spPr/>
    </dgm:pt>
    <dgm:pt modelId="{E197751A-2219-4F06-BDEF-65F5735DC620}" type="pres">
      <dgm:prSet presAssocID="{4C76502D-8027-43B0-A3B7-291B0199E9D1}" presName="hierChild5" presStyleCnt="0"/>
      <dgm:spPr/>
    </dgm:pt>
    <dgm:pt modelId="{ACDD8DED-A289-4859-BD93-C37E26008DFB}" type="pres">
      <dgm:prSet presAssocID="{6982789B-7CDE-4E96-98E1-544A6376A945}" presName="Name35" presStyleLbl="parChTrans1D2" presStyleIdx="2" presStyleCnt="3"/>
      <dgm:spPr/>
      <dgm:t>
        <a:bodyPr/>
        <a:lstStyle/>
        <a:p>
          <a:endParaRPr lang="ru-RU"/>
        </a:p>
      </dgm:t>
    </dgm:pt>
    <dgm:pt modelId="{CD6E2CF8-35CB-49EC-862D-1BABFD75A304}" type="pres">
      <dgm:prSet presAssocID="{F18B9CCE-0CDC-42C4-A578-06CC61D6E819}" presName="hierRoot2" presStyleCnt="0">
        <dgm:presLayoutVars>
          <dgm:hierBranch/>
        </dgm:presLayoutVars>
      </dgm:prSet>
      <dgm:spPr/>
    </dgm:pt>
    <dgm:pt modelId="{01C4E917-A8D0-4953-8853-057C10BFC63F}" type="pres">
      <dgm:prSet presAssocID="{F18B9CCE-0CDC-42C4-A578-06CC61D6E819}" presName="rootComposite" presStyleCnt="0"/>
      <dgm:spPr/>
    </dgm:pt>
    <dgm:pt modelId="{CCEE3CAE-7428-4C56-AF4C-DEA7E53EF500}" type="pres">
      <dgm:prSet presAssocID="{F18B9CCE-0CDC-42C4-A578-06CC61D6E819}" presName="rootText" presStyleLbl="node2" presStyleIdx="2" presStyleCnt="3" custScaleX="127674">
        <dgm:presLayoutVars>
          <dgm:chPref val="3"/>
        </dgm:presLayoutVars>
      </dgm:prSet>
      <dgm:spPr/>
      <dgm:t>
        <a:bodyPr/>
        <a:lstStyle/>
        <a:p>
          <a:endParaRPr lang="ru-RU"/>
        </a:p>
      </dgm:t>
    </dgm:pt>
    <dgm:pt modelId="{EBEC2BA3-A8C0-4B1F-98E1-70B300007102}" type="pres">
      <dgm:prSet presAssocID="{F18B9CCE-0CDC-42C4-A578-06CC61D6E819}" presName="rootConnector" presStyleLbl="node2" presStyleIdx="2" presStyleCnt="3"/>
      <dgm:spPr/>
      <dgm:t>
        <a:bodyPr/>
        <a:lstStyle/>
        <a:p>
          <a:endParaRPr lang="ru-RU"/>
        </a:p>
      </dgm:t>
    </dgm:pt>
    <dgm:pt modelId="{4DCC717E-D72B-475D-AA59-3A83FFFA41B3}" type="pres">
      <dgm:prSet presAssocID="{F18B9CCE-0CDC-42C4-A578-06CC61D6E819}" presName="hierChild4" presStyleCnt="0"/>
      <dgm:spPr/>
    </dgm:pt>
    <dgm:pt modelId="{521A5529-AAF4-4AA6-BCFC-D5731D486A20}" type="pres">
      <dgm:prSet presAssocID="{F18B9CCE-0CDC-42C4-A578-06CC61D6E819}" presName="hierChild5" presStyleCnt="0"/>
      <dgm:spPr/>
    </dgm:pt>
    <dgm:pt modelId="{43EAE81B-D94F-4EBC-B3EB-74D1BB0E8BF3}" type="pres">
      <dgm:prSet presAssocID="{0F7ED3F5-DFD1-42A6-9644-B6035E063D03}" presName="hierChild3" presStyleCnt="0"/>
      <dgm:spPr/>
    </dgm:pt>
  </dgm:ptLst>
  <dgm:cxnLst>
    <dgm:cxn modelId="{E89F8025-8264-48B9-B2C5-C80869238D12}" srcId="{28FF9B7E-E8C1-4857-A8DF-5658CE203D4E}" destId="{0F7ED3F5-DFD1-42A6-9644-B6035E063D03}" srcOrd="0" destOrd="0" parTransId="{5FAC0277-3288-42BE-B682-9CF81FF7DD4C}" sibTransId="{D6D7BD27-B80F-44ED-B316-1429B91738B5}"/>
    <dgm:cxn modelId="{B0BF1A65-07D8-4860-9FB5-F0CC3DC92D54}" type="presOf" srcId="{A108C1B5-1C0A-4567-A401-A76763CA40AA}" destId="{985DAE2B-F4E4-4185-95F9-E02DA755D127}" srcOrd="1" destOrd="0" presId="urn:microsoft.com/office/officeart/2005/8/layout/orgChart1"/>
    <dgm:cxn modelId="{D47233BB-F606-4B71-B3F5-1EF7CB6A8D08}" type="presOf" srcId="{4C76502D-8027-43B0-A3B7-291B0199E9D1}" destId="{BD019459-4250-41EA-8043-615940454BC6}" srcOrd="1" destOrd="0" presId="urn:microsoft.com/office/officeart/2005/8/layout/orgChart1"/>
    <dgm:cxn modelId="{A4508252-7B82-40B0-8961-D7CE18D0C0A4}" type="presOf" srcId="{4B452493-196C-4AB7-B2AC-FCECC037D219}" destId="{7764A4F5-D25B-4BA1-87D5-DA58166F1992}" srcOrd="0" destOrd="0" presId="urn:microsoft.com/office/officeart/2005/8/layout/orgChart1"/>
    <dgm:cxn modelId="{B0A81E2E-164B-4A51-9705-73F12E546D2F}" type="presOf" srcId="{3D99B156-FF15-4E7B-ABB7-5C518D48292A}" destId="{3D2865E5-B503-4DE7-B492-290961427B8E}" srcOrd="0" destOrd="0" presId="urn:microsoft.com/office/officeart/2005/8/layout/orgChart1"/>
    <dgm:cxn modelId="{5F1AC730-88BB-4538-BE4A-C34FFDB30A50}" srcId="{4C76502D-8027-43B0-A3B7-291B0199E9D1}" destId="{D75D162F-BDC8-4238-AD93-73666280B1FD}" srcOrd="1" destOrd="0" parTransId="{A5334DDE-6E28-4E30-89F7-39AB3A483319}" sibTransId="{45FB7A30-CEC0-4FB5-BF62-4A49F3A94849}"/>
    <dgm:cxn modelId="{8D8BCFC4-44B1-490A-8959-B81CE96C1C03}" srcId="{0F7ED3F5-DFD1-42A6-9644-B6035E063D03}" destId="{F18B9CCE-0CDC-42C4-A578-06CC61D6E819}" srcOrd="2" destOrd="0" parTransId="{6982789B-7CDE-4E96-98E1-544A6376A945}" sibTransId="{BBE54CC2-CD38-44BE-ACEE-7A7AC272925A}"/>
    <dgm:cxn modelId="{AFA2F5C8-C97F-435C-A624-61C35B12FDFB}" type="presOf" srcId="{4C76502D-8027-43B0-A3B7-291B0199E9D1}" destId="{D66624F6-0262-482C-A961-83D7A90D6DC9}" srcOrd="0" destOrd="0" presId="urn:microsoft.com/office/officeart/2005/8/layout/orgChart1"/>
    <dgm:cxn modelId="{2B39D1C9-7BF5-4531-A392-FACC834F33DE}" type="presOf" srcId="{F18B9CCE-0CDC-42C4-A578-06CC61D6E819}" destId="{CCEE3CAE-7428-4C56-AF4C-DEA7E53EF500}" srcOrd="0" destOrd="0" presId="urn:microsoft.com/office/officeart/2005/8/layout/orgChart1"/>
    <dgm:cxn modelId="{71933C46-CE92-4DBA-A051-12DB0B254F03}" srcId="{4C76502D-8027-43B0-A3B7-291B0199E9D1}" destId="{0F79FF7C-0FEF-464E-91DA-659AA5C9477E}" srcOrd="2" destOrd="0" parTransId="{9B33F21B-CE71-4A36-9423-06E79BF3DB40}" sibTransId="{1D74FD31-C791-40DF-8230-EAB61BFCFDD3}"/>
    <dgm:cxn modelId="{2B58DCCA-A3FD-4B92-82FE-E56ED07A0682}" type="presOf" srcId="{3909F5A5-72B4-4797-87A0-CA5550DE6365}" destId="{C5965989-95F2-4BEC-B391-B1A41C4C0203}" srcOrd="0" destOrd="0" presId="urn:microsoft.com/office/officeart/2005/8/layout/orgChart1"/>
    <dgm:cxn modelId="{3139F59A-FF98-4444-B7E0-86BAA82F001E}" srcId="{0F7ED3F5-DFD1-42A6-9644-B6035E063D03}" destId="{3D99B156-FF15-4E7B-ABB7-5C518D48292A}" srcOrd="0" destOrd="0" parTransId="{4B452493-196C-4AB7-B2AC-FCECC037D219}" sibTransId="{9A11E006-9AB9-4368-BFFA-F80226C44E38}"/>
    <dgm:cxn modelId="{A5B3D49F-0EAE-46F3-AA4A-E5FD3FC8EF47}" type="presOf" srcId="{29205B16-EACB-4E88-99FB-8132F38BCFF8}" destId="{8A1C380F-72CA-448F-A951-89C9A31FBEB9}" srcOrd="0" destOrd="0" presId="urn:microsoft.com/office/officeart/2005/8/layout/orgChart1"/>
    <dgm:cxn modelId="{80427348-6594-4252-BADE-7CF9FCA51AB7}" type="presOf" srcId="{D75D162F-BDC8-4238-AD93-73666280B1FD}" destId="{B60F297D-9CF5-434F-B520-30E21B781FD6}" srcOrd="1" destOrd="0" presId="urn:microsoft.com/office/officeart/2005/8/layout/orgChart1"/>
    <dgm:cxn modelId="{B87ADEDD-0CE9-4232-8C57-4562168067CB}" type="presOf" srcId="{D6FC6AAF-6DB5-4FA0-BEF8-4C83515640FF}" destId="{4317696D-B619-434F-A3E3-2A1B2FE238A3}" srcOrd="0" destOrd="0" presId="urn:microsoft.com/office/officeart/2005/8/layout/orgChart1"/>
    <dgm:cxn modelId="{B193F91C-6F42-4A6B-9E54-CE12FF63D401}" type="presOf" srcId="{0F7ED3F5-DFD1-42A6-9644-B6035E063D03}" destId="{19F4A754-EAB2-40BB-AFF0-1959B30B02F9}" srcOrd="0" destOrd="0" presId="urn:microsoft.com/office/officeart/2005/8/layout/orgChart1"/>
    <dgm:cxn modelId="{22227B1B-FE33-40A9-9E6E-11D9A1D45DE0}" type="presOf" srcId="{23C6E180-6569-41F7-AD12-95BF88331692}" destId="{F83A280C-DA73-4336-A268-86A3946CDFDC}" srcOrd="0" destOrd="0" presId="urn:microsoft.com/office/officeart/2005/8/layout/orgChart1"/>
    <dgm:cxn modelId="{6A14CEE6-DFA8-4DBE-B3F8-CCFC1EB4DF49}" type="presOf" srcId="{D9F8F7BE-835F-45FB-A458-CE6D71AB0E1F}" destId="{121DFA65-59E1-4554-ADCC-37989FA9BC9B}" srcOrd="0" destOrd="0" presId="urn:microsoft.com/office/officeart/2005/8/layout/orgChart1"/>
    <dgm:cxn modelId="{2311CF5C-1634-427B-A43D-F2C416B5504E}" type="presOf" srcId="{C170E783-8693-4C9C-A3F0-DA58CDDFDDFB}" destId="{B096D755-A7D4-4E4D-B2F2-50DB08469B73}" srcOrd="0" destOrd="0" presId="urn:microsoft.com/office/officeart/2005/8/layout/orgChart1"/>
    <dgm:cxn modelId="{9690C042-33F9-456A-9CEC-A993918ACB24}" type="presOf" srcId="{F18B9CCE-0CDC-42C4-A578-06CC61D6E819}" destId="{EBEC2BA3-A8C0-4B1F-98E1-70B300007102}" srcOrd="1" destOrd="0" presId="urn:microsoft.com/office/officeart/2005/8/layout/orgChart1"/>
    <dgm:cxn modelId="{17849DEE-3231-44A6-B61B-2CC4664DE73A}" srcId="{3D99B156-FF15-4E7B-ABB7-5C518D48292A}" destId="{A108C1B5-1C0A-4567-A401-A76763CA40AA}" srcOrd="2" destOrd="0" parTransId="{3909F5A5-72B4-4797-87A0-CA5550DE6365}" sibTransId="{7CACC2C1-ABDB-44E9-86BC-5DD0A645EDA4}"/>
    <dgm:cxn modelId="{BB5EF99C-F944-4D6D-82B3-B41E7787738A}" srcId="{4C76502D-8027-43B0-A3B7-291B0199E9D1}" destId="{49D9A8D7-BBC7-43B5-8764-AC6D7A1E071A}" srcOrd="0" destOrd="0" parTransId="{5F17CE96-76E6-4685-AF15-6BAC8B7D3358}" sibTransId="{3791B124-2B93-4DFD-8C03-DAC2AB294E37}"/>
    <dgm:cxn modelId="{EFF45998-3884-4915-BC2E-3E7550A9CB75}" type="presOf" srcId="{E5434A33-130B-4516-BD0E-7B55A55CF49B}" destId="{29C7D6E7-8F5B-43D8-9EA9-135133B6A3E7}" srcOrd="0" destOrd="0" presId="urn:microsoft.com/office/officeart/2005/8/layout/orgChart1"/>
    <dgm:cxn modelId="{418BD3EB-0042-4BE6-8510-0BAAA92D9E3B}" type="presOf" srcId="{0F7ED3F5-DFD1-42A6-9644-B6035E063D03}" destId="{CEC85AC4-1063-49A0-8492-20B2298BB6B3}" srcOrd="1" destOrd="0" presId="urn:microsoft.com/office/officeart/2005/8/layout/orgChart1"/>
    <dgm:cxn modelId="{C0203944-C41B-46EC-B7A3-D1B4952763DA}" type="presOf" srcId="{5F17CE96-76E6-4685-AF15-6BAC8B7D3358}" destId="{8640C5BB-480E-49B4-A310-634CF1C98432}" srcOrd="0" destOrd="0" presId="urn:microsoft.com/office/officeart/2005/8/layout/orgChart1"/>
    <dgm:cxn modelId="{39A0FC8D-B17C-438A-980A-4013DD9A4E3C}" type="presOf" srcId="{29205B16-EACB-4E88-99FB-8132F38BCFF8}" destId="{8948C49D-4BC4-4D9E-9B70-FAE21432CC6C}" srcOrd="1" destOrd="0" presId="urn:microsoft.com/office/officeart/2005/8/layout/orgChart1"/>
    <dgm:cxn modelId="{A1463DC6-B133-4D74-AACE-933095D91871}" type="presOf" srcId="{A5334DDE-6E28-4E30-89F7-39AB3A483319}" destId="{F176AE19-0E5C-4135-9628-F1E9AD43EC30}" srcOrd="0" destOrd="0" presId="urn:microsoft.com/office/officeart/2005/8/layout/orgChart1"/>
    <dgm:cxn modelId="{AF8F0ACA-803D-4020-9A36-8E63C6E6B4F1}" type="presOf" srcId="{D6FC6AAF-6DB5-4FA0-BEF8-4C83515640FF}" destId="{8C70D75D-0F7B-40B2-A1FB-69ADBF04A3FA}" srcOrd="1" destOrd="0" presId="urn:microsoft.com/office/officeart/2005/8/layout/orgChart1"/>
    <dgm:cxn modelId="{F9D63B3E-CA05-4EB7-B054-18CC6D8A9D5B}" type="presOf" srcId="{6E234697-8F3A-4B5E-80A5-9BE6AD3C2B7C}" destId="{B407E216-FB2E-472C-B106-E27C45E5A6C6}" srcOrd="0" destOrd="0" presId="urn:microsoft.com/office/officeart/2005/8/layout/orgChart1"/>
    <dgm:cxn modelId="{34C313E3-F232-4875-B46F-DF71C7D0A3D3}" srcId="{3D99B156-FF15-4E7B-ABB7-5C518D48292A}" destId="{23C6E180-6569-41F7-AD12-95BF88331692}" srcOrd="0" destOrd="0" parTransId="{E5434A33-130B-4516-BD0E-7B55A55CF49B}" sibTransId="{C7E6DD0D-7EB9-49B9-A78B-46C63B98C6E8}"/>
    <dgm:cxn modelId="{CCE6B88B-2003-4E11-8A4E-DEFE1E5B1A89}" type="presOf" srcId="{49D9A8D7-BBC7-43B5-8764-AC6D7A1E071A}" destId="{69E146F0-8693-45B4-B028-D1E095A5DF4A}" srcOrd="0" destOrd="0" presId="urn:microsoft.com/office/officeart/2005/8/layout/orgChart1"/>
    <dgm:cxn modelId="{8C2BF343-7A54-40F1-B54B-DAD51CEF6644}" type="presOf" srcId="{6982789B-7CDE-4E96-98E1-544A6376A945}" destId="{ACDD8DED-A289-4859-BD93-C37E26008DFB}" srcOrd="0" destOrd="0" presId="urn:microsoft.com/office/officeart/2005/8/layout/orgChart1"/>
    <dgm:cxn modelId="{967576E5-5467-4B99-9336-B515C924C890}" srcId="{3D99B156-FF15-4E7B-ABB7-5C518D48292A}" destId="{29205B16-EACB-4E88-99FB-8132F38BCFF8}" srcOrd="1" destOrd="0" parTransId="{C170E783-8693-4C9C-A3F0-DA58CDDFDDFB}" sibTransId="{0FCE0DF6-91BA-4E07-A38E-C071FF96CCC7}"/>
    <dgm:cxn modelId="{A97DC054-8A61-45BD-908E-3266E722F9D1}" srcId="{3D99B156-FF15-4E7B-ABB7-5C518D48292A}" destId="{D6FC6AAF-6DB5-4FA0-BEF8-4C83515640FF}" srcOrd="3" destOrd="0" parTransId="{D9F8F7BE-835F-45FB-A458-CE6D71AB0E1F}" sibTransId="{9F141C00-0B92-4D91-8503-E8DED7C1DECE}"/>
    <dgm:cxn modelId="{AF7582D9-64C9-4E0C-8462-3CAD242262C7}" type="presOf" srcId="{9B33F21B-CE71-4A36-9423-06E79BF3DB40}" destId="{35DF4FC3-D4CE-49D0-A9D0-4B3238EA1F08}" srcOrd="0" destOrd="0" presId="urn:microsoft.com/office/officeart/2005/8/layout/orgChart1"/>
    <dgm:cxn modelId="{A8449C75-192C-4244-A412-D4C7976CA8B0}" type="presOf" srcId="{23C6E180-6569-41F7-AD12-95BF88331692}" destId="{94EE6E95-E482-4F02-BD70-8045218B0281}" srcOrd="1" destOrd="0" presId="urn:microsoft.com/office/officeart/2005/8/layout/orgChart1"/>
    <dgm:cxn modelId="{EBA868DA-7A95-4E49-9A9E-C30FA5081AB7}" srcId="{0F7ED3F5-DFD1-42A6-9644-B6035E063D03}" destId="{4C76502D-8027-43B0-A3B7-291B0199E9D1}" srcOrd="1" destOrd="0" parTransId="{6E234697-8F3A-4B5E-80A5-9BE6AD3C2B7C}" sibTransId="{0B838765-A401-4E66-8A65-FB6B58CA52E0}"/>
    <dgm:cxn modelId="{236F7BAD-F463-4104-8E01-0531EF3B2324}" type="presOf" srcId="{A108C1B5-1C0A-4567-A401-A76763CA40AA}" destId="{BCF92FC7-CDE5-4411-BE47-87B1A85DB0DB}" srcOrd="0" destOrd="0" presId="urn:microsoft.com/office/officeart/2005/8/layout/orgChart1"/>
    <dgm:cxn modelId="{EF83947B-BBD2-4555-A988-E6C74FE541F6}" type="presOf" srcId="{0F79FF7C-0FEF-464E-91DA-659AA5C9477E}" destId="{C5DA8D87-EC25-4A62-99BC-C613F5A6C2F1}" srcOrd="1" destOrd="0" presId="urn:microsoft.com/office/officeart/2005/8/layout/orgChart1"/>
    <dgm:cxn modelId="{F4E04D9C-F329-42EB-BA7D-7FED82B1CFD4}" type="presOf" srcId="{3D99B156-FF15-4E7B-ABB7-5C518D48292A}" destId="{C9719889-740A-44BE-A04B-0089112DBA6E}" srcOrd="1" destOrd="0" presId="urn:microsoft.com/office/officeart/2005/8/layout/orgChart1"/>
    <dgm:cxn modelId="{1D031B70-B3C9-4AB9-B3F3-03204C74AB54}" type="presOf" srcId="{D75D162F-BDC8-4238-AD93-73666280B1FD}" destId="{E35E45CA-890B-49DC-AE9E-B28AAFA9AFEC}" srcOrd="0" destOrd="0" presId="urn:microsoft.com/office/officeart/2005/8/layout/orgChart1"/>
    <dgm:cxn modelId="{C31F6FA7-538B-444A-9629-5413830BAC4E}" type="presOf" srcId="{49D9A8D7-BBC7-43B5-8764-AC6D7A1E071A}" destId="{653908AE-DEE7-40FC-994F-2F304CEAB687}" srcOrd="1" destOrd="0" presId="urn:microsoft.com/office/officeart/2005/8/layout/orgChart1"/>
    <dgm:cxn modelId="{7C2E57D1-D5D5-43D7-B5C2-132A0951ECBD}" type="presOf" srcId="{28FF9B7E-E8C1-4857-A8DF-5658CE203D4E}" destId="{40131467-D859-485A-84E0-76E71420CC87}" srcOrd="0" destOrd="0" presId="urn:microsoft.com/office/officeart/2005/8/layout/orgChart1"/>
    <dgm:cxn modelId="{4196AF88-47B6-42D5-8439-321F19338FEB}" type="presOf" srcId="{0F79FF7C-0FEF-464E-91DA-659AA5C9477E}" destId="{0DB8B0D5-2893-46FF-B0C4-4F3D7B5C8A30}" srcOrd="0" destOrd="0" presId="urn:microsoft.com/office/officeart/2005/8/layout/orgChart1"/>
    <dgm:cxn modelId="{8C585A61-0F47-4EDD-A63C-DCCA466B272C}" type="presParOf" srcId="{40131467-D859-485A-84E0-76E71420CC87}" destId="{64CF268B-F3CC-4C15-AD6A-DBBF6FEF1E29}" srcOrd="0" destOrd="0" presId="urn:microsoft.com/office/officeart/2005/8/layout/orgChart1"/>
    <dgm:cxn modelId="{90CF9A8D-80CF-476A-BCBC-DF758E272697}" type="presParOf" srcId="{64CF268B-F3CC-4C15-AD6A-DBBF6FEF1E29}" destId="{D54CB3AC-B435-4387-9DCF-B94BAAB536CA}" srcOrd="0" destOrd="0" presId="urn:microsoft.com/office/officeart/2005/8/layout/orgChart1"/>
    <dgm:cxn modelId="{ED659712-3B1A-4262-93C6-FA20A6070809}" type="presParOf" srcId="{D54CB3AC-B435-4387-9DCF-B94BAAB536CA}" destId="{19F4A754-EAB2-40BB-AFF0-1959B30B02F9}" srcOrd="0" destOrd="0" presId="urn:microsoft.com/office/officeart/2005/8/layout/orgChart1"/>
    <dgm:cxn modelId="{A4CD8C76-9537-41B1-A409-26AA228F463D}" type="presParOf" srcId="{D54CB3AC-B435-4387-9DCF-B94BAAB536CA}" destId="{CEC85AC4-1063-49A0-8492-20B2298BB6B3}" srcOrd="1" destOrd="0" presId="urn:microsoft.com/office/officeart/2005/8/layout/orgChart1"/>
    <dgm:cxn modelId="{50034A23-C9B2-4089-962C-4B00C1A8917A}" type="presParOf" srcId="{64CF268B-F3CC-4C15-AD6A-DBBF6FEF1E29}" destId="{671DC142-B9BE-48DF-810F-DDF2B640B5AA}" srcOrd="1" destOrd="0" presId="urn:microsoft.com/office/officeart/2005/8/layout/orgChart1"/>
    <dgm:cxn modelId="{E2A04D57-058A-4BB6-A13A-4E4C003D6673}" type="presParOf" srcId="{671DC142-B9BE-48DF-810F-DDF2B640B5AA}" destId="{7764A4F5-D25B-4BA1-87D5-DA58166F1992}" srcOrd="0" destOrd="0" presId="urn:microsoft.com/office/officeart/2005/8/layout/orgChart1"/>
    <dgm:cxn modelId="{5C08E237-A3B9-492E-86AF-ED6DD1F30AFF}" type="presParOf" srcId="{671DC142-B9BE-48DF-810F-DDF2B640B5AA}" destId="{00D2AE09-3D23-4AEE-9995-E467321941F0}" srcOrd="1" destOrd="0" presId="urn:microsoft.com/office/officeart/2005/8/layout/orgChart1"/>
    <dgm:cxn modelId="{49EB4496-5552-47D4-8133-4B68DB6F6CFC}" type="presParOf" srcId="{00D2AE09-3D23-4AEE-9995-E467321941F0}" destId="{5A5929EB-908A-46EB-A77D-6140C41EB5E2}" srcOrd="0" destOrd="0" presId="urn:microsoft.com/office/officeart/2005/8/layout/orgChart1"/>
    <dgm:cxn modelId="{15537AEF-C767-4B2D-B75F-303CED71C443}" type="presParOf" srcId="{5A5929EB-908A-46EB-A77D-6140C41EB5E2}" destId="{3D2865E5-B503-4DE7-B492-290961427B8E}" srcOrd="0" destOrd="0" presId="urn:microsoft.com/office/officeart/2005/8/layout/orgChart1"/>
    <dgm:cxn modelId="{EDCDAC74-7485-4BA5-A715-4E6B32357ECA}" type="presParOf" srcId="{5A5929EB-908A-46EB-A77D-6140C41EB5E2}" destId="{C9719889-740A-44BE-A04B-0089112DBA6E}" srcOrd="1" destOrd="0" presId="urn:microsoft.com/office/officeart/2005/8/layout/orgChart1"/>
    <dgm:cxn modelId="{83CA00B0-227F-481D-90BD-CBA509722067}" type="presParOf" srcId="{00D2AE09-3D23-4AEE-9995-E467321941F0}" destId="{10B65D78-0DBD-4CC7-B011-A281C503DEE7}" srcOrd="1" destOrd="0" presId="urn:microsoft.com/office/officeart/2005/8/layout/orgChart1"/>
    <dgm:cxn modelId="{B945E861-8057-46C5-BD8B-2A00FCBA2D81}" type="presParOf" srcId="{10B65D78-0DBD-4CC7-B011-A281C503DEE7}" destId="{29C7D6E7-8F5B-43D8-9EA9-135133B6A3E7}" srcOrd="0" destOrd="0" presId="urn:microsoft.com/office/officeart/2005/8/layout/orgChart1"/>
    <dgm:cxn modelId="{7BD45C73-4C36-4F8B-8AFA-1DD1F5E8BA8A}" type="presParOf" srcId="{10B65D78-0DBD-4CC7-B011-A281C503DEE7}" destId="{AD7D1F2D-3E0A-4420-9AF1-30F433217953}" srcOrd="1" destOrd="0" presId="urn:microsoft.com/office/officeart/2005/8/layout/orgChart1"/>
    <dgm:cxn modelId="{4E9A7226-D0F4-448A-BC89-1E901267F6E5}" type="presParOf" srcId="{AD7D1F2D-3E0A-4420-9AF1-30F433217953}" destId="{29B52A36-8987-4531-8871-1128B32AB83B}" srcOrd="0" destOrd="0" presId="urn:microsoft.com/office/officeart/2005/8/layout/orgChart1"/>
    <dgm:cxn modelId="{72ACD76D-1F57-485B-BE25-3020A14C5341}" type="presParOf" srcId="{29B52A36-8987-4531-8871-1128B32AB83B}" destId="{F83A280C-DA73-4336-A268-86A3946CDFDC}" srcOrd="0" destOrd="0" presId="urn:microsoft.com/office/officeart/2005/8/layout/orgChart1"/>
    <dgm:cxn modelId="{97233B7D-CD6B-472B-95F3-6F5CE6AE7853}" type="presParOf" srcId="{29B52A36-8987-4531-8871-1128B32AB83B}" destId="{94EE6E95-E482-4F02-BD70-8045218B0281}" srcOrd="1" destOrd="0" presId="urn:microsoft.com/office/officeart/2005/8/layout/orgChart1"/>
    <dgm:cxn modelId="{E76DE3D7-B731-4649-8F16-2E06BD8BD149}" type="presParOf" srcId="{AD7D1F2D-3E0A-4420-9AF1-30F433217953}" destId="{1B811EEF-4234-4FB1-828E-E28360DC42C3}" srcOrd="1" destOrd="0" presId="urn:microsoft.com/office/officeart/2005/8/layout/orgChart1"/>
    <dgm:cxn modelId="{50588586-2E07-40CF-B283-1F2ECF8DAADD}" type="presParOf" srcId="{AD7D1F2D-3E0A-4420-9AF1-30F433217953}" destId="{F5872F55-F8D8-4501-91A0-E8CA7EBED54F}" srcOrd="2" destOrd="0" presId="urn:microsoft.com/office/officeart/2005/8/layout/orgChart1"/>
    <dgm:cxn modelId="{E2CA16C3-F4EF-4D64-B7BD-5AA8033B185D}" type="presParOf" srcId="{10B65D78-0DBD-4CC7-B011-A281C503DEE7}" destId="{B096D755-A7D4-4E4D-B2F2-50DB08469B73}" srcOrd="2" destOrd="0" presId="urn:microsoft.com/office/officeart/2005/8/layout/orgChart1"/>
    <dgm:cxn modelId="{76271847-59A0-4E4E-861E-F7093B97BB51}" type="presParOf" srcId="{10B65D78-0DBD-4CC7-B011-A281C503DEE7}" destId="{83D274DD-1CBF-477D-AC68-987D5F6520B9}" srcOrd="3" destOrd="0" presId="urn:microsoft.com/office/officeart/2005/8/layout/orgChart1"/>
    <dgm:cxn modelId="{8D442243-D203-488B-AD4A-358777B9F3E0}" type="presParOf" srcId="{83D274DD-1CBF-477D-AC68-987D5F6520B9}" destId="{F3BC12D6-9E73-4111-8D67-F4C517ABD5F2}" srcOrd="0" destOrd="0" presId="urn:microsoft.com/office/officeart/2005/8/layout/orgChart1"/>
    <dgm:cxn modelId="{121B9B53-C779-4091-B5C7-877D89A0B5CE}" type="presParOf" srcId="{F3BC12D6-9E73-4111-8D67-F4C517ABD5F2}" destId="{8A1C380F-72CA-448F-A951-89C9A31FBEB9}" srcOrd="0" destOrd="0" presId="urn:microsoft.com/office/officeart/2005/8/layout/orgChart1"/>
    <dgm:cxn modelId="{D1BB8413-E239-446B-921D-1EBB3919386A}" type="presParOf" srcId="{F3BC12D6-9E73-4111-8D67-F4C517ABD5F2}" destId="{8948C49D-4BC4-4D9E-9B70-FAE21432CC6C}" srcOrd="1" destOrd="0" presId="urn:microsoft.com/office/officeart/2005/8/layout/orgChart1"/>
    <dgm:cxn modelId="{547C1EB2-3665-4F26-BCD0-0B851641A7EA}" type="presParOf" srcId="{83D274DD-1CBF-477D-AC68-987D5F6520B9}" destId="{2630DF3B-743D-4B5D-BFD9-5FBAD40F8CB0}" srcOrd="1" destOrd="0" presId="urn:microsoft.com/office/officeart/2005/8/layout/orgChart1"/>
    <dgm:cxn modelId="{B74ACD80-478B-4F75-BB73-EE399E901996}" type="presParOf" srcId="{83D274DD-1CBF-477D-AC68-987D5F6520B9}" destId="{77036B11-C550-4D07-9EB8-210EDE36D901}" srcOrd="2" destOrd="0" presId="urn:microsoft.com/office/officeart/2005/8/layout/orgChart1"/>
    <dgm:cxn modelId="{53650526-B153-436B-9932-88172B13592E}" type="presParOf" srcId="{10B65D78-0DBD-4CC7-B011-A281C503DEE7}" destId="{C5965989-95F2-4BEC-B391-B1A41C4C0203}" srcOrd="4" destOrd="0" presId="urn:microsoft.com/office/officeart/2005/8/layout/orgChart1"/>
    <dgm:cxn modelId="{E3F2AA93-ABF1-46A6-8BC4-2702C59DB06B}" type="presParOf" srcId="{10B65D78-0DBD-4CC7-B011-A281C503DEE7}" destId="{34AB8715-6364-4B08-8114-FF16A554BCC3}" srcOrd="5" destOrd="0" presId="urn:microsoft.com/office/officeart/2005/8/layout/orgChart1"/>
    <dgm:cxn modelId="{530EB02F-868A-41FE-AB10-03252085246B}" type="presParOf" srcId="{34AB8715-6364-4B08-8114-FF16A554BCC3}" destId="{B8894784-AC60-4F85-B101-8CC636CCA234}" srcOrd="0" destOrd="0" presId="urn:microsoft.com/office/officeart/2005/8/layout/orgChart1"/>
    <dgm:cxn modelId="{18B03AE2-550D-49EB-BFE8-46482C3BA7AB}" type="presParOf" srcId="{B8894784-AC60-4F85-B101-8CC636CCA234}" destId="{BCF92FC7-CDE5-4411-BE47-87B1A85DB0DB}" srcOrd="0" destOrd="0" presId="urn:microsoft.com/office/officeart/2005/8/layout/orgChart1"/>
    <dgm:cxn modelId="{B0E4443B-926A-48F8-AC9E-D96B7B441C48}" type="presParOf" srcId="{B8894784-AC60-4F85-B101-8CC636CCA234}" destId="{985DAE2B-F4E4-4185-95F9-E02DA755D127}" srcOrd="1" destOrd="0" presId="urn:microsoft.com/office/officeart/2005/8/layout/orgChart1"/>
    <dgm:cxn modelId="{6BB41D00-A6BF-41D7-A259-B4ED032407F5}" type="presParOf" srcId="{34AB8715-6364-4B08-8114-FF16A554BCC3}" destId="{5DE68795-35F3-4CBC-81CC-8B30F19ED90B}" srcOrd="1" destOrd="0" presId="urn:microsoft.com/office/officeart/2005/8/layout/orgChart1"/>
    <dgm:cxn modelId="{739CF83B-245F-41C4-8663-807F7C016781}" type="presParOf" srcId="{34AB8715-6364-4B08-8114-FF16A554BCC3}" destId="{1E1447CC-DE8C-416A-9754-74A87FE75DF6}" srcOrd="2" destOrd="0" presId="urn:microsoft.com/office/officeart/2005/8/layout/orgChart1"/>
    <dgm:cxn modelId="{95DEEE40-24E1-4BF6-BA43-4DE98B04AC4C}" type="presParOf" srcId="{10B65D78-0DBD-4CC7-B011-A281C503DEE7}" destId="{121DFA65-59E1-4554-ADCC-37989FA9BC9B}" srcOrd="6" destOrd="0" presId="urn:microsoft.com/office/officeart/2005/8/layout/orgChart1"/>
    <dgm:cxn modelId="{D990B759-05EE-465A-A8E7-E43315DD63C3}" type="presParOf" srcId="{10B65D78-0DBD-4CC7-B011-A281C503DEE7}" destId="{366E7EEE-9CE6-402A-A7AC-087710374281}" srcOrd="7" destOrd="0" presId="urn:microsoft.com/office/officeart/2005/8/layout/orgChart1"/>
    <dgm:cxn modelId="{A5C22BB3-C2E1-40D1-A8D6-46BA6360086B}" type="presParOf" srcId="{366E7EEE-9CE6-402A-A7AC-087710374281}" destId="{F4C7F6F8-EF9B-400C-8321-C4A01040CF63}" srcOrd="0" destOrd="0" presId="urn:microsoft.com/office/officeart/2005/8/layout/orgChart1"/>
    <dgm:cxn modelId="{FD019293-6AF3-438A-936C-B804CE33EC7E}" type="presParOf" srcId="{F4C7F6F8-EF9B-400C-8321-C4A01040CF63}" destId="{4317696D-B619-434F-A3E3-2A1B2FE238A3}" srcOrd="0" destOrd="0" presId="urn:microsoft.com/office/officeart/2005/8/layout/orgChart1"/>
    <dgm:cxn modelId="{9FE12D25-D9F9-4CEE-B968-2567B9520A7A}" type="presParOf" srcId="{F4C7F6F8-EF9B-400C-8321-C4A01040CF63}" destId="{8C70D75D-0F7B-40B2-A1FB-69ADBF04A3FA}" srcOrd="1" destOrd="0" presId="urn:microsoft.com/office/officeart/2005/8/layout/orgChart1"/>
    <dgm:cxn modelId="{64E5730C-3338-4C22-96F8-00B33498DDCB}" type="presParOf" srcId="{366E7EEE-9CE6-402A-A7AC-087710374281}" destId="{5E3F1712-672D-4CB8-ADD1-52EB99A102F0}" srcOrd="1" destOrd="0" presId="urn:microsoft.com/office/officeart/2005/8/layout/orgChart1"/>
    <dgm:cxn modelId="{A998F60F-4DC5-44D6-A065-882E5FDE03EB}" type="presParOf" srcId="{366E7EEE-9CE6-402A-A7AC-087710374281}" destId="{87258F7A-7A22-4EA0-AD29-DAE540A0EA7E}" srcOrd="2" destOrd="0" presId="urn:microsoft.com/office/officeart/2005/8/layout/orgChart1"/>
    <dgm:cxn modelId="{311B63EA-CB98-4E0F-BE53-EF171194D9FE}" type="presParOf" srcId="{00D2AE09-3D23-4AEE-9995-E467321941F0}" destId="{0C1E625F-1E62-4ED7-998F-9CC106362EF4}" srcOrd="2" destOrd="0" presId="urn:microsoft.com/office/officeart/2005/8/layout/orgChart1"/>
    <dgm:cxn modelId="{E4B099C2-5E6B-453E-88F5-A923D40B2A79}" type="presParOf" srcId="{671DC142-B9BE-48DF-810F-DDF2B640B5AA}" destId="{B407E216-FB2E-472C-B106-E27C45E5A6C6}" srcOrd="2" destOrd="0" presId="urn:microsoft.com/office/officeart/2005/8/layout/orgChart1"/>
    <dgm:cxn modelId="{FB513174-353E-4921-B59A-0928586B3229}" type="presParOf" srcId="{671DC142-B9BE-48DF-810F-DDF2B640B5AA}" destId="{7779F1DF-9BC8-493B-BB03-AE643A30DD6D}" srcOrd="3" destOrd="0" presId="urn:microsoft.com/office/officeart/2005/8/layout/orgChart1"/>
    <dgm:cxn modelId="{CA08D09B-D170-409D-8FB9-81D019D3AD60}" type="presParOf" srcId="{7779F1DF-9BC8-493B-BB03-AE643A30DD6D}" destId="{DEF671C1-671B-410F-9DFB-988DC0D4B9E2}" srcOrd="0" destOrd="0" presId="urn:microsoft.com/office/officeart/2005/8/layout/orgChart1"/>
    <dgm:cxn modelId="{BDE94977-974E-4DAA-BC40-D139CDB5A6DF}" type="presParOf" srcId="{DEF671C1-671B-410F-9DFB-988DC0D4B9E2}" destId="{D66624F6-0262-482C-A961-83D7A90D6DC9}" srcOrd="0" destOrd="0" presId="urn:microsoft.com/office/officeart/2005/8/layout/orgChart1"/>
    <dgm:cxn modelId="{6CEF76D3-6084-4A7D-B948-CF82A7661C15}" type="presParOf" srcId="{DEF671C1-671B-410F-9DFB-988DC0D4B9E2}" destId="{BD019459-4250-41EA-8043-615940454BC6}" srcOrd="1" destOrd="0" presId="urn:microsoft.com/office/officeart/2005/8/layout/orgChart1"/>
    <dgm:cxn modelId="{E1D792FB-1AF4-4747-9D60-088BAF28D1B3}" type="presParOf" srcId="{7779F1DF-9BC8-493B-BB03-AE643A30DD6D}" destId="{3BD468F8-0621-42EB-90FE-477953748609}" srcOrd="1" destOrd="0" presId="urn:microsoft.com/office/officeart/2005/8/layout/orgChart1"/>
    <dgm:cxn modelId="{3C38335A-FB24-4DDA-91D3-54934F3FD2E4}" type="presParOf" srcId="{3BD468F8-0621-42EB-90FE-477953748609}" destId="{8640C5BB-480E-49B4-A310-634CF1C98432}" srcOrd="0" destOrd="0" presId="urn:microsoft.com/office/officeart/2005/8/layout/orgChart1"/>
    <dgm:cxn modelId="{F57DE51E-5F7D-4123-9058-C6442437AA5B}" type="presParOf" srcId="{3BD468F8-0621-42EB-90FE-477953748609}" destId="{7794EC63-267B-419C-B070-81F62BF87CD5}" srcOrd="1" destOrd="0" presId="urn:microsoft.com/office/officeart/2005/8/layout/orgChart1"/>
    <dgm:cxn modelId="{DC0BA165-8747-4554-923A-33F3D2BB324D}" type="presParOf" srcId="{7794EC63-267B-419C-B070-81F62BF87CD5}" destId="{6540F975-BD84-4985-9BC3-BFF7D186C7C5}" srcOrd="0" destOrd="0" presId="urn:microsoft.com/office/officeart/2005/8/layout/orgChart1"/>
    <dgm:cxn modelId="{1255FC40-76A2-478A-8C5E-FC6C58376E7B}" type="presParOf" srcId="{6540F975-BD84-4985-9BC3-BFF7D186C7C5}" destId="{69E146F0-8693-45B4-B028-D1E095A5DF4A}" srcOrd="0" destOrd="0" presId="urn:microsoft.com/office/officeart/2005/8/layout/orgChart1"/>
    <dgm:cxn modelId="{5C85F6CA-3BAB-448B-97FE-9E37D1D30EA8}" type="presParOf" srcId="{6540F975-BD84-4985-9BC3-BFF7D186C7C5}" destId="{653908AE-DEE7-40FC-994F-2F304CEAB687}" srcOrd="1" destOrd="0" presId="urn:microsoft.com/office/officeart/2005/8/layout/orgChart1"/>
    <dgm:cxn modelId="{81A05032-CACD-40C5-BC53-4D02702C6C30}" type="presParOf" srcId="{7794EC63-267B-419C-B070-81F62BF87CD5}" destId="{ECCF3C8B-A401-4572-9379-9D8A2AFE03F2}" srcOrd="1" destOrd="0" presId="urn:microsoft.com/office/officeart/2005/8/layout/orgChart1"/>
    <dgm:cxn modelId="{164BAD28-411A-46E0-BB03-E8E896CAC647}" type="presParOf" srcId="{7794EC63-267B-419C-B070-81F62BF87CD5}" destId="{443E8340-7B2F-47F1-83E9-A1F97B946B6C}" srcOrd="2" destOrd="0" presId="urn:microsoft.com/office/officeart/2005/8/layout/orgChart1"/>
    <dgm:cxn modelId="{61574B1C-E16C-4142-B2BA-54FB1B45436F}" type="presParOf" srcId="{3BD468F8-0621-42EB-90FE-477953748609}" destId="{F176AE19-0E5C-4135-9628-F1E9AD43EC30}" srcOrd="2" destOrd="0" presId="urn:microsoft.com/office/officeart/2005/8/layout/orgChart1"/>
    <dgm:cxn modelId="{5C5CE385-5AD4-4638-98BA-342AC2E1632D}" type="presParOf" srcId="{3BD468F8-0621-42EB-90FE-477953748609}" destId="{D12CB8CC-6686-4F0A-8BC9-C754B328D780}" srcOrd="3" destOrd="0" presId="urn:microsoft.com/office/officeart/2005/8/layout/orgChart1"/>
    <dgm:cxn modelId="{8AF1E4EA-89E8-438D-9570-74413572D8CA}" type="presParOf" srcId="{D12CB8CC-6686-4F0A-8BC9-C754B328D780}" destId="{850F57A4-B87D-4030-A6B6-FFB4C641010E}" srcOrd="0" destOrd="0" presId="urn:microsoft.com/office/officeart/2005/8/layout/orgChart1"/>
    <dgm:cxn modelId="{B117286A-561B-40B9-BE05-C6B5422B14D7}" type="presParOf" srcId="{850F57A4-B87D-4030-A6B6-FFB4C641010E}" destId="{E35E45CA-890B-49DC-AE9E-B28AAFA9AFEC}" srcOrd="0" destOrd="0" presId="urn:microsoft.com/office/officeart/2005/8/layout/orgChart1"/>
    <dgm:cxn modelId="{B4506450-C2C6-4BCE-8EF0-4D108377BE1D}" type="presParOf" srcId="{850F57A4-B87D-4030-A6B6-FFB4C641010E}" destId="{B60F297D-9CF5-434F-B520-30E21B781FD6}" srcOrd="1" destOrd="0" presId="urn:microsoft.com/office/officeart/2005/8/layout/orgChart1"/>
    <dgm:cxn modelId="{C1B97B25-FB39-41FD-BA18-3CE5D68991BB}" type="presParOf" srcId="{D12CB8CC-6686-4F0A-8BC9-C754B328D780}" destId="{0BBB0088-997D-4941-9F55-EBE04CD77EFD}" srcOrd="1" destOrd="0" presId="urn:microsoft.com/office/officeart/2005/8/layout/orgChart1"/>
    <dgm:cxn modelId="{ECF1D03D-6702-49B2-BA2C-1E1723A95376}" type="presParOf" srcId="{D12CB8CC-6686-4F0A-8BC9-C754B328D780}" destId="{41A8EC26-8CEE-432C-883F-BC64D4F8A316}" srcOrd="2" destOrd="0" presId="urn:microsoft.com/office/officeart/2005/8/layout/orgChart1"/>
    <dgm:cxn modelId="{F44E65CF-5A3F-4E7A-8467-70F365E0675B}" type="presParOf" srcId="{3BD468F8-0621-42EB-90FE-477953748609}" destId="{35DF4FC3-D4CE-49D0-A9D0-4B3238EA1F08}" srcOrd="4" destOrd="0" presId="urn:microsoft.com/office/officeart/2005/8/layout/orgChart1"/>
    <dgm:cxn modelId="{B5B0AEFB-22E9-417F-A062-134DF625A5F3}" type="presParOf" srcId="{3BD468F8-0621-42EB-90FE-477953748609}" destId="{EC8D4E44-0785-46C0-A082-C8942B8D7A94}" srcOrd="5" destOrd="0" presId="urn:microsoft.com/office/officeart/2005/8/layout/orgChart1"/>
    <dgm:cxn modelId="{18ADD1EA-2870-45F0-B05F-FA2C9CA688DE}" type="presParOf" srcId="{EC8D4E44-0785-46C0-A082-C8942B8D7A94}" destId="{A1FD7E66-0F25-4931-B4D6-A4DB812C7438}" srcOrd="0" destOrd="0" presId="urn:microsoft.com/office/officeart/2005/8/layout/orgChart1"/>
    <dgm:cxn modelId="{C0B1CFDE-DF78-4943-9244-E2F3FE473730}" type="presParOf" srcId="{A1FD7E66-0F25-4931-B4D6-A4DB812C7438}" destId="{0DB8B0D5-2893-46FF-B0C4-4F3D7B5C8A30}" srcOrd="0" destOrd="0" presId="urn:microsoft.com/office/officeart/2005/8/layout/orgChart1"/>
    <dgm:cxn modelId="{72BCACBB-3BF3-45F8-A21F-83E4E23187A3}" type="presParOf" srcId="{A1FD7E66-0F25-4931-B4D6-A4DB812C7438}" destId="{C5DA8D87-EC25-4A62-99BC-C613F5A6C2F1}" srcOrd="1" destOrd="0" presId="urn:microsoft.com/office/officeart/2005/8/layout/orgChart1"/>
    <dgm:cxn modelId="{61AA49A5-670A-42AD-9A93-635936BF664F}" type="presParOf" srcId="{EC8D4E44-0785-46C0-A082-C8942B8D7A94}" destId="{21E821C3-67EA-434E-89F4-7BC4FA9FFFC7}" srcOrd="1" destOrd="0" presId="urn:microsoft.com/office/officeart/2005/8/layout/orgChart1"/>
    <dgm:cxn modelId="{C78FE1BB-DF82-4C01-963D-2D63C2B82466}" type="presParOf" srcId="{EC8D4E44-0785-46C0-A082-C8942B8D7A94}" destId="{A5BABA57-E94D-4BBE-AB12-F5178FDF1A4B}" srcOrd="2" destOrd="0" presId="urn:microsoft.com/office/officeart/2005/8/layout/orgChart1"/>
    <dgm:cxn modelId="{A8CADFCE-8A41-41D3-B6BA-31D146366F63}" type="presParOf" srcId="{7779F1DF-9BC8-493B-BB03-AE643A30DD6D}" destId="{E197751A-2219-4F06-BDEF-65F5735DC620}" srcOrd="2" destOrd="0" presId="urn:microsoft.com/office/officeart/2005/8/layout/orgChart1"/>
    <dgm:cxn modelId="{E50771A9-09CB-408C-804B-12C899B80B66}" type="presParOf" srcId="{671DC142-B9BE-48DF-810F-DDF2B640B5AA}" destId="{ACDD8DED-A289-4859-BD93-C37E26008DFB}" srcOrd="4" destOrd="0" presId="urn:microsoft.com/office/officeart/2005/8/layout/orgChart1"/>
    <dgm:cxn modelId="{85943B51-4437-4D70-86AD-F2BEA34B9EF4}" type="presParOf" srcId="{671DC142-B9BE-48DF-810F-DDF2B640B5AA}" destId="{CD6E2CF8-35CB-49EC-862D-1BABFD75A304}" srcOrd="5" destOrd="0" presId="urn:microsoft.com/office/officeart/2005/8/layout/orgChart1"/>
    <dgm:cxn modelId="{8F78DBF0-ABB5-4FF2-9603-6959E44A1361}" type="presParOf" srcId="{CD6E2CF8-35CB-49EC-862D-1BABFD75A304}" destId="{01C4E917-A8D0-4953-8853-057C10BFC63F}" srcOrd="0" destOrd="0" presId="urn:microsoft.com/office/officeart/2005/8/layout/orgChart1"/>
    <dgm:cxn modelId="{7E8903A3-B445-4DDB-B702-678A559A79FC}" type="presParOf" srcId="{01C4E917-A8D0-4953-8853-057C10BFC63F}" destId="{CCEE3CAE-7428-4C56-AF4C-DEA7E53EF500}" srcOrd="0" destOrd="0" presId="urn:microsoft.com/office/officeart/2005/8/layout/orgChart1"/>
    <dgm:cxn modelId="{D49FA392-E76B-4B65-BACD-04BFE77A1B08}" type="presParOf" srcId="{01C4E917-A8D0-4953-8853-057C10BFC63F}" destId="{EBEC2BA3-A8C0-4B1F-98E1-70B300007102}" srcOrd="1" destOrd="0" presId="urn:microsoft.com/office/officeart/2005/8/layout/orgChart1"/>
    <dgm:cxn modelId="{95808E7B-EEFA-4C16-A778-1177995EFE49}" type="presParOf" srcId="{CD6E2CF8-35CB-49EC-862D-1BABFD75A304}" destId="{4DCC717E-D72B-475D-AA59-3A83FFFA41B3}" srcOrd="1" destOrd="0" presId="urn:microsoft.com/office/officeart/2005/8/layout/orgChart1"/>
    <dgm:cxn modelId="{B034F1A3-8895-4829-BEED-222F1F07B645}" type="presParOf" srcId="{CD6E2CF8-35CB-49EC-862D-1BABFD75A304}" destId="{521A5529-AAF4-4AA6-BCFC-D5731D486A20}" srcOrd="2" destOrd="0" presId="urn:microsoft.com/office/officeart/2005/8/layout/orgChart1"/>
    <dgm:cxn modelId="{E4E47E7E-13B9-4BB2-8DAF-E1B06534C93B}" type="presParOf" srcId="{64CF268B-F3CC-4C15-AD6A-DBBF6FEF1E29}" destId="{43EAE81B-D94F-4EBC-B3EB-74D1BB0E8BF3}" srcOrd="2" destOrd="0" presId="urn:microsoft.com/office/officeart/2005/8/layout/orgChart1"/>
  </dgm:cxnLst>
  <dgm:bg>
    <a:noFill/>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412560-D497-4534-BA7A-93E997FA1907}">
      <dsp:nvSpPr>
        <dsp:cNvPr id="0" name=""/>
        <dsp:cNvSpPr/>
      </dsp:nvSpPr>
      <dsp:spPr>
        <a:xfrm>
          <a:off x="6634501" y="1950433"/>
          <a:ext cx="204321" cy="1778896"/>
        </a:xfrm>
        <a:custGeom>
          <a:avLst/>
          <a:gdLst/>
          <a:ahLst/>
          <a:cxnLst/>
          <a:rect l="0" t="0" r="0" b="0"/>
          <a:pathLst>
            <a:path>
              <a:moveTo>
                <a:pt x="0" y="0"/>
              </a:moveTo>
              <a:lnTo>
                <a:pt x="0" y="1778896"/>
              </a:lnTo>
              <a:lnTo>
                <a:pt x="204321" y="1778896"/>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A40F42C-B85C-4B7C-A710-6FBBAF381128}">
      <dsp:nvSpPr>
        <dsp:cNvPr id="0" name=""/>
        <dsp:cNvSpPr/>
      </dsp:nvSpPr>
      <dsp:spPr>
        <a:xfrm>
          <a:off x="6634501" y="1950433"/>
          <a:ext cx="204321" cy="727931"/>
        </a:xfrm>
        <a:custGeom>
          <a:avLst/>
          <a:gdLst/>
          <a:ahLst/>
          <a:cxnLst/>
          <a:rect l="0" t="0" r="0" b="0"/>
          <a:pathLst>
            <a:path>
              <a:moveTo>
                <a:pt x="0" y="0"/>
              </a:moveTo>
              <a:lnTo>
                <a:pt x="0" y="727931"/>
              </a:lnTo>
              <a:lnTo>
                <a:pt x="204321" y="727931"/>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FE186D4-FC40-4A1F-BBF3-82EEAE3593B0}">
      <dsp:nvSpPr>
        <dsp:cNvPr id="0" name=""/>
        <dsp:cNvSpPr/>
      </dsp:nvSpPr>
      <dsp:spPr>
        <a:xfrm>
          <a:off x="4182244" y="647062"/>
          <a:ext cx="2997115" cy="271348"/>
        </a:xfrm>
        <a:custGeom>
          <a:avLst/>
          <a:gdLst/>
          <a:ahLst/>
          <a:cxnLst/>
          <a:rect l="0" t="0" r="0" b="0"/>
          <a:pathLst>
            <a:path>
              <a:moveTo>
                <a:pt x="0" y="0"/>
              </a:moveTo>
              <a:lnTo>
                <a:pt x="0" y="135674"/>
              </a:lnTo>
              <a:lnTo>
                <a:pt x="2997115" y="135674"/>
              </a:lnTo>
              <a:lnTo>
                <a:pt x="2997115" y="271348"/>
              </a:lnTo>
            </a:path>
          </a:pathLst>
        </a:custGeom>
        <a:noFill/>
        <a:ln w="28575"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34935A5-66BA-4A15-A692-3F03082B5BCB}">
      <dsp:nvSpPr>
        <dsp:cNvPr id="0" name=""/>
        <dsp:cNvSpPr/>
      </dsp:nvSpPr>
      <dsp:spPr>
        <a:xfrm>
          <a:off x="4709046" y="1950433"/>
          <a:ext cx="252982" cy="3400277"/>
        </a:xfrm>
        <a:custGeom>
          <a:avLst/>
          <a:gdLst/>
          <a:ahLst/>
          <a:cxnLst/>
          <a:rect l="0" t="0" r="0" b="0"/>
          <a:pathLst>
            <a:path>
              <a:moveTo>
                <a:pt x="0" y="0"/>
              </a:moveTo>
              <a:lnTo>
                <a:pt x="0" y="3400277"/>
              </a:lnTo>
              <a:lnTo>
                <a:pt x="252982" y="3400277"/>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9F2AB7B-B6FE-4F9A-B1B5-440DD42FCCE4}">
      <dsp:nvSpPr>
        <dsp:cNvPr id="0" name=""/>
        <dsp:cNvSpPr/>
      </dsp:nvSpPr>
      <dsp:spPr>
        <a:xfrm>
          <a:off x="4709046" y="1950433"/>
          <a:ext cx="252982" cy="2429215"/>
        </a:xfrm>
        <a:custGeom>
          <a:avLst/>
          <a:gdLst/>
          <a:ahLst/>
          <a:cxnLst/>
          <a:rect l="0" t="0" r="0" b="0"/>
          <a:pathLst>
            <a:path>
              <a:moveTo>
                <a:pt x="0" y="0"/>
              </a:moveTo>
              <a:lnTo>
                <a:pt x="0" y="2429215"/>
              </a:lnTo>
              <a:lnTo>
                <a:pt x="252982" y="2429215"/>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FC64DFF-F429-4684-8766-C8E17DD3420C}">
      <dsp:nvSpPr>
        <dsp:cNvPr id="0" name=""/>
        <dsp:cNvSpPr/>
      </dsp:nvSpPr>
      <dsp:spPr>
        <a:xfrm>
          <a:off x="4709046" y="1950433"/>
          <a:ext cx="255876" cy="1464784"/>
        </a:xfrm>
        <a:custGeom>
          <a:avLst/>
          <a:gdLst/>
          <a:ahLst/>
          <a:cxnLst/>
          <a:rect l="0" t="0" r="0" b="0"/>
          <a:pathLst>
            <a:path>
              <a:moveTo>
                <a:pt x="0" y="0"/>
              </a:moveTo>
              <a:lnTo>
                <a:pt x="0" y="1464784"/>
              </a:lnTo>
              <a:lnTo>
                <a:pt x="255876" y="1464784"/>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DA9C21-4543-47AC-A841-5CFCC3AD70AD}">
      <dsp:nvSpPr>
        <dsp:cNvPr id="0" name=""/>
        <dsp:cNvSpPr/>
      </dsp:nvSpPr>
      <dsp:spPr>
        <a:xfrm>
          <a:off x="4709046" y="1950433"/>
          <a:ext cx="252982" cy="594382"/>
        </a:xfrm>
        <a:custGeom>
          <a:avLst/>
          <a:gdLst/>
          <a:ahLst/>
          <a:cxnLst/>
          <a:rect l="0" t="0" r="0" b="0"/>
          <a:pathLst>
            <a:path>
              <a:moveTo>
                <a:pt x="0" y="0"/>
              </a:moveTo>
              <a:lnTo>
                <a:pt x="0" y="594382"/>
              </a:lnTo>
              <a:lnTo>
                <a:pt x="252982" y="594382"/>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A104BD3-F6AB-4947-A582-90E00C46072E}">
      <dsp:nvSpPr>
        <dsp:cNvPr id="0" name=""/>
        <dsp:cNvSpPr/>
      </dsp:nvSpPr>
      <dsp:spPr>
        <a:xfrm>
          <a:off x="4182244" y="647062"/>
          <a:ext cx="1201421" cy="271348"/>
        </a:xfrm>
        <a:custGeom>
          <a:avLst/>
          <a:gdLst/>
          <a:ahLst/>
          <a:cxnLst/>
          <a:rect l="0" t="0" r="0" b="0"/>
          <a:pathLst>
            <a:path>
              <a:moveTo>
                <a:pt x="0" y="0"/>
              </a:moveTo>
              <a:lnTo>
                <a:pt x="0" y="135674"/>
              </a:lnTo>
              <a:lnTo>
                <a:pt x="1201421" y="135674"/>
              </a:lnTo>
              <a:lnTo>
                <a:pt x="1201421" y="271348"/>
              </a:lnTo>
            </a:path>
          </a:pathLst>
        </a:custGeom>
        <a:noFill/>
        <a:ln w="28575"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AD40DA-B9C7-4B22-A229-BC4AF9363584}">
      <dsp:nvSpPr>
        <dsp:cNvPr id="0" name=""/>
        <dsp:cNvSpPr/>
      </dsp:nvSpPr>
      <dsp:spPr>
        <a:xfrm>
          <a:off x="2904458" y="1950433"/>
          <a:ext cx="227430" cy="3480202"/>
        </a:xfrm>
        <a:custGeom>
          <a:avLst/>
          <a:gdLst/>
          <a:ahLst/>
          <a:cxnLst/>
          <a:rect l="0" t="0" r="0" b="0"/>
          <a:pathLst>
            <a:path>
              <a:moveTo>
                <a:pt x="0" y="0"/>
              </a:moveTo>
              <a:lnTo>
                <a:pt x="0" y="3480202"/>
              </a:lnTo>
              <a:lnTo>
                <a:pt x="227430" y="3480202"/>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7E9B50-D742-482A-A893-FE59C26F1C0E}">
      <dsp:nvSpPr>
        <dsp:cNvPr id="0" name=""/>
        <dsp:cNvSpPr/>
      </dsp:nvSpPr>
      <dsp:spPr>
        <a:xfrm>
          <a:off x="2904458" y="1950433"/>
          <a:ext cx="227430" cy="2429215"/>
        </a:xfrm>
        <a:custGeom>
          <a:avLst/>
          <a:gdLst/>
          <a:ahLst/>
          <a:cxnLst/>
          <a:rect l="0" t="0" r="0" b="0"/>
          <a:pathLst>
            <a:path>
              <a:moveTo>
                <a:pt x="0" y="0"/>
              </a:moveTo>
              <a:lnTo>
                <a:pt x="0" y="2429215"/>
              </a:lnTo>
              <a:lnTo>
                <a:pt x="227430" y="2429215"/>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C34E17-34F0-4275-B664-8B5CC24AE832}">
      <dsp:nvSpPr>
        <dsp:cNvPr id="0" name=""/>
        <dsp:cNvSpPr/>
      </dsp:nvSpPr>
      <dsp:spPr>
        <a:xfrm>
          <a:off x="2904458" y="1950433"/>
          <a:ext cx="227430" cy="1511798"/>
        </a:xfrm>
        <a:custGeom>
          <a:avLst/>
          <a:gdLst/>
          <a:ahLst/>
          <a:cxnLst/>
          <a:rect l="0" t="0" r="0" b="0"/>
          <a:pathLst>
            <a:path>
              <a:moveTo>
                <a:pt x="0" y="0"/>
              </a:moveTo>
              <a:lnTo>
                <a:pt x="0" y="1511798"/>
              </a:lnTo>
              <a:lnTo>
                <a:pt x="227430" y="1511798"/>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36295C-FA0D-4915-BE4A-62D75E7C2B48}">
      <dsp:nvSpPr>
        <dsp:cNvPr id="0" name=""/>
        <dsp:cNvSpPr/>
      </dsp:nvSpPr>
      <dsp:spPr>
        <a:xfrm>
          <a:off x="2904458" y="1950433"/>
          <a:ext cx="227430" cy="594382"/>
        </a:xfrm>
        <a:custGeom>
          <a:avLst/>
          <a:gdLst/>
          <a:ahLst/>
          <a:cxnLst/>
          <a:rect l="0" t="0" r="0" b="0"/>
          <a:pathLst>
            <a:path>
              <a:moveTo>
                <a:pt x="0" y="0"/>
              </a:moveTo>
              <a:lnTo>
                <a:pt x="0" y="594382"/>
              </a:lnTo>
              <a:lnTo>
                <a:pt x="227430" y="594382"/>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C0B31C-A9A2-4BD9-9FDE-98E88936556D}">
      <dsp:nvSpPr>
        <dsp:cNvPr id="0" name=""/>
        <dsp:cNvSpPr/>
      </dsp:nvSpPr>
      <dsp:spPr>
        <a:xfrm>
          <a:off x="3510940" y="647062"/>
          <a:ext cx="671303" cy="271348"/>
        </a:xfrm>
        <a:custGeom>
          <a:avLst/>
          <a:gdLst/>
          <a:ahLst/>
          <a:cxnLst/>
          <a:rect l="0" t="0" r="0" b="0"/>
          <a:pathLst>
            <a:path>
              <a:moveTo>
                <a:pt x="671303" y="0"/>
              </a:moveTo>
              <a:lnTo>
                <a:pt x="671303" y="135674"/>
              </a:lnTo>
              <a:lnTo>
                <a:pt x="0" y="135674"/>
              </a:lnTo>
              <a:lnTo>
                <a:pt x="0" y="271348"/>
              </a:lnTo>
            </a:path>
          </a:pathLst>
        </a:custGeom>
        <a:noFill/>
        <a:ln w="28575"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F1BB294-BDEB-49F8-AC4D-754EE5D1B222}">
      <dsp:nvSpPr>
        <dsp:cNvPr id="0" name=""/>
        <dsp:cNvSpPr/>
      </dsp:nvSpPr>
      <dsp:spPr>
        <a:xfrm>
          <a:off x="701800" y="1884030"/>
          <a:ext cx="296614" cy="4271354"/>
        </a:xfrm>
        <a:custGeom>
          <a:avLst/>
          <a:gdLst/>
          <a:ahLst/>
          <a:cxnLst/>
          <a:rect l="0" t="0" r="0" b="0"/>
          <a:pathLst>
            <a:path>
              <a:moveTo>
                <a:pt x="0" y="0"/>
              </a:moveTo>
              <a:lnTo>
                <a:pt x="0" y="4271354"/>
              </a:lnTo>
              <a:lnTo>
                <a:pt x="296614" y="4271354"/>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11152D8-CC29-47FF-9EE4-DCF5B37528BA}">
      <dsp:nvSpPr>
        <dsp:cNvPr id="0" name=""/>
        <dsp:cNvSpPr/>
      </dsp:nvSpPr>
      <dsp:spPr>
        <a:xfrm>
          <a:off x="701800" y="1884030"/>
          <a:ext cx="296614" cy="3353938"/>
        </a:xfrm>
        <a:custGeom>
          <a:avLst/>
          <a:gdLst/>
          <a:ahLst/>
          <a:cxnLst/>
          <a:rect l="0" t="0" r="0" b="0"/>
          <a:pathLst>
            <a:path>
              <a:moveTo>
                <a:pt x="0" y="0"/>
              </a:moveTo>
              <a:lnTo>
                <a:pt x="0" y="3353938"/>
              </a:lnTo>
              <a:lnTo>
                <a:pt x="296614" y="3353938"/>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2F08ED-8F2C-4158-B571-35E140AA9A28}">
      <dsp:nvSpPr>
        <dsp:cNvPr id="0" name=""/>
        <dsp:cNvSpPr/>
      </dsp:nvSpPr>
      <dsp:spPr>
        <a:xfrm>
          <a:off x="701800" y="1884030"/>
          <a:ext cx="296614" cy="2436522"/>
        </a:xfrm>
        <a:custGeom>
          <a:avLst/>
          <a:gdLst/>
          <a:ahLst/>
          <a:cxnLst/>
          <a:rect l="0" t="0" r="0" b="0"/>
          <a:pathLst>
            <a:path>
              <a:moveTo>
                <a:pt x="0" y="0"/>
              </a:moveTo>
              <a:lnTo>
                <a:pt x="0" y="2436522"/>
              </a:lnTo>
              <a:lnTo>
                <a:pt x="296614" y="2436522"/>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3F86803-A1C9-4C6C-8875-F0181A27844F}">
      <dsp:nvSpPr>
        <dsp:cNvPr id="0" name=""/>
        <dsp:cNvSpPr/>
      </dsp:nvSpPr>
      <dsp:spPr>
        <a:xfrm>
          <a:off x="701800" y="1884030"/>
          <a:ext cx="296614" cy="1519105"/>
        </a:xfrm>
        <a:custGeom>
          <a:avLst/>
          <a:gdLst/>
          <a:ahLst/>
          <a:cxnLst/>
          <a:rect l="0" t="0" r="0" b="0"/>
          <a:pathLst>
            <a:path>
              <a:moveTo>
                <a:pt x="0" y="0"/>
              </a:moveTo>
              <a:lnTo>
                <a:pt x="0" y="1519105"/>
              </a:lnTo>
              <a:lnTo>
                <a:pt x="296614" y="1519105"/>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D9CC4E7-9D52-41C8-AB2A-ECE3AC2993A4}">
      <dsp:nvSpPr>
        <dsp:cNvPr id="0" name=""/>
        <dsp:cNvSpPr/>
      </dsp:nvSpPr>
      <dsp:spPr>
        <a:xfrm>
          <a:off x="701800" y="1884030"/>
          <a:ext cx="296614" cy="598035"/>
        </a:xfrm>
        <a:custGeom>
          <a:avLst/>
          <a:gdLst/>
          <a:ahLst/>
          <a:cxnLst/>
          <a:rect l="0" t="0" r="0" b="0"/>
          <a:pathLst>
            <a:path>
              <a:moveTo>
                <a:pt x="0" y="0"/>
              </a:moveTo>
              <a:lnTo>
                <a:pt x="0" y="598035"/>
              </a:lnTo>
              <a:lnTo>
                <a:pt x="296614" y="598035"/>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E4ED9BF-C78C-40E7-953C-E7692D43FAE0}">
      <dsp:nvSpPr>
        <dsp:cNvPr id="0" name=""/>
        <dsp:cNvSpPr/>
      </dsp:nvSpPr>
      <dsp:spPr>
        <a:xfrm>
          <a:off x="1492773" y="647062"/>
          <a:ext cx="2689470" cy="271348"/>
        </a:xfrm>
        <a:custGeom>
          <a:avLst/>
          <a:gdLst/>
          <a:ahLst/>
          <a:cxnLst/>
          <a:rect l="0" t="0" r="0" b="0"/>
          <a:pathLst>
            <a:path>
              <a:moveTo>
                <a:pt x="2689470" y="0"/>
              </a:moveTo>
              <a:lnTo>
                <a:pt x="2689470" y="135674"/>
              </a:lnTo>
              <a:lnTo>
                <a:pt x="0" y="135674"/>
              </a:lnTo>
              <a:lnTo>
                <a:pt x="0" y="271348"/>
              </a:lnTo>
            </a:path>
          </a:pathLst>
        </a:custGeom>
        <a:noFill/>
        <a:ln w="28575"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F72C706-C1C0-4196-90F1-E2DB56AAA5F2}">
      <dsp:nvSpPr>
        <dsp:cNvPr id="0" name=""/>
        <dsp:cNvSpPr/>
      </dsp:nvSpPr>
      <dsp:spPr>
        <a:xfrm>
          <a:off x="2824093" y="2300"/>
          <a:ext cx="2716301" cy="644762"/>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R="0" lvl="0" algn="ctr" defTabSz="711200" rtl="0">
            <a:lnSpc>
              <a:spcPct val="90000"/>
            </a:lnSpc>
            <a:spcBef>
              <a:spcPct val="0"/>
            </a:spcBef>
            <a:spcAft>
              <a:spcPct val="35000"/>
            </a:spcAft>
          </a:pPr>
          <a:r>
            <a:rPr lang="ru-RU" sz="1600" b="1" i="0" u="none" strike="noStrike" kern="1200" baseline="0" dirty="0" smtClean="0">
              <a:latin typeface="Calibri"/>
            </a:rPr>
            <a:t>Интеллектуальные </a:t>
          </a:r>
          <a:r>
            <a:rPr lang="ru-RU" sz="1600" b="1" i="0" u="none" strike="noStrike" kern="1200" baseline="0" dirty="0" smtClean="0">
              <a:latin typeface="Times New Roman"/>
            </a:rPr>
            <a:t/>
          </a:r>
          <a:br>
            <a:rPr lang="ru-RU" sz="1600" b="1" i="0" u="none" strike="noStrike" kern="1200" baseline="0" dirty="0" smtClean="0">
              <a:latin typeface="Times New Roman"/>
            </a:rPr>
          </a:br>
          <a:r>
            <a:rPr lang="ru-RU" sz="1600" b="1" i="0" u="none" strike="noStrike" kern="1200" baseline="0" dirty="0" smtClean="0">
              <a:latin typeface="Calibri"/>
            </a:rPr>
            <a:t>информационные системы</a:t>
          </a:r>
          <a:endParaRPr lang="ru-RU" sz="1600" kern="1200" dirty="0" smtClean="0"/>
        </a:p>
      </dsp:txBody>
      <dsp:txXfrm>
        <a:off x="2824093" y="2300"/>
        <a:ext cx="2716301" cy="644762"/>
      </dsp:txXfrm>
    </dsp:sp>
    <dsp:sp modelId="{7C68C204-86FF-4163-B16F-06CE298D6314}">
      <dsp:nvSpPr>
        <dsp:cNvPr id="0" name=""/>
        <dsp:cNvSpPr/>
      </dsp:nvSpPr>
      <dsp:spPr>
        <a:xfrm>
          <a:off x="504056" y="918411"/>
          <a:ext cx="1977432" cy="965619"/>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R="0" lvl="0" algn="ctr" defTabSz="711200" rtl="0">
            <a:lnSpc>
              <a:spcPct val="90000"/>
            </a:lnSpc>
            <a:spcBef>
              <a:spcPct val="0"/>
            </a:spcBef>
            <a:spcAft>
              <a:spcPct val="35000"/>
            </a:spcAft>
          </a:pPr>
          <a:r>
            <a:rPr lang="ru-RU" sz="1600" b="0" i="0" u="none" strike="noStrike" kern="1200" baseline="0" dirty="0" smtClean="0">
              <a:effectLst>
                <a:outerShdw blurRad="38100" dist="38100" dir="2700000" algn="tl">
                  <a:srgbClr val="000000">
                    <a:alpha val="43137"/>
                  </a:srgbClr>
                </a:outerShdw>
              </a:effectLst>
              <a:latin typeface="Calibri"/>
            </a:rPr>
            <a:t>Системы </a:t>
          </a:r>
          <a:r>
            <a:rPr lang="ru-RU" sz="1600" b="0" i="0" u="none" strike="noStrike" kern="1200" baseline="0" dirty="0" smtClean="0">
              <a:effectLst>
                <a:outerShdw blurRad="38100" dist="38100" dir="2700000" algn="tl">
                  <a:srgbClr val="000000">
                    <a:alpha val="43137"/>
                  </a:srgbClr>
                </a:outerShdw>
              </a:effectLst>
              <a:latin typeface="Times New Roman"/>
            </a:rPr>
            <a:t/>
          </a:r>
          <a:br>
            <a:rPr lang="ru-RU" sz="1600" b="0" i="0" u="none" strike="noStrike" kern="1200" baseline="0" dirty="0" smtClean="0">
              <a:effectLst>
                <a:outerShdw blurRad="38100" dist="38100" dir="2700000" algn="tl">
                  <a:srgbClr val="000000">
                    <a:alpha val="43137"/>
                  </a:srgbClr>
                </a:outerShdw>
              </a:effectLst>
              <a:latin typeface="Times New Roman"/>
            </a:rPr>
          </a:br>
          <a:r>
            <a:rPr lang="ru-RU" sz="1600" b="0" i="0" u="none" strike="noStrike" kern="1200" baseline="0" dirty="0" smtClean="0">
              <a:effectLst>
                <a:outerShdw blurRad="38100" dist="38100" dir="2700000" algn="tl">
                  <a:srgbClr val="000000">
                    <a:alpha val="43137"/>
                  </a:srgbClr>
                </a:outerShdw>
              </a:effectLst>
              <a:latin typeface="Calibri"/>
            </a:rPr>
            <a:t>с коммуникативными способностями</a:t>
          </a:r>
          <a:endParaRPr lang="ru-RU" sz="1600" kern="1200" dirty="0" smtClean="0">
            <a:effectLst>
              <a:outerShdw blurRad="38100" dist="38100" dir="2700000" algn="tl">
                <a:srgbClr val="000000">
                  <a:alpha val="43137"/>
                </a:srgbClr>
              </a:outerShdw>
            </a:effectLst>
          </a:endParaRPr>
        </a:p>
      </dsp:txBody>
      <dsp:txXfrm>
        <a:off x="504056" y="918411"/>
        <a:ext cx="1977432" cy="965619"/>
      </dsp:txXfrm>
    </dsp:sp>
    <dsp:sp modelId="{7424D768-9587-47FE-842A-2ED10E34317F}">
      <dsp:nvSpPr>
        <dsp:cNvPr id="0" name=""/>
        <dsp:cNvSpPr/>
      </dsp:nvSpPr>
      <dsp:spPr>
        <a:xfrm>
          <a:off x="998415" y="2155379"/>
          <a:ext cx="1749319" cy="653374"/>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R="0" lvl="0" algn="ctr" defTabSz="622300" rtl="0">
            <a:lnSpc>
              <a:spcPct val="90000"/>
            </a:lnSpc>
            <a:spcBef>
              <a:spcPct val="0"/>
            </a:spcBef>
            <a:spcAft>
              <a:spcPct val="35000"/>
            </a:spcAft>
          </a:pPr>
          <a:r>
            <a:rPr lang="ru-RU" sz="1400" b="0" i="0" u="none" strike="noStrike" kern="1200" baseline="0" dirty="0" smtClean="0">
              <a:latin typeface="Calibri"/>
            </a:rPr>
            <a:t>Интеллектуальные базы данных</a:t>
          </a:r>
          <a:endParaRPr lang="ru-RU" sz="1400" kern="1200" dirty="0" smtClean="0"/>
        </a:p>
      </dsp:txBody>
      <dsp:txXfrm>
        <a:off x="998415" y="2155379"/>
        <a:ext cx="1749319" cy="653374"/>
      </dsp:txXfrm>
    </dsp:sp>
    <dsp:sp modelId="{11F546C3-8D3E-4587-9061-D771474A70AC}">
      <dsp:nvSpPr>
        <dsp:cNvPr id="0" name=""/>
        <dsp:cNvSpPr/>
      </dsp:nvSpPr>
      <dsp:spPr>
        <a:xfrm>
          <a:off x="998415" y="3080102"/>
          <a:ext cx="1292135" cy="64606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R="0" lvl="0" algn="ctr" defTabSz="622300" rtl="0">
            <a:lnSpc>
              <a:spcPct val="90000"/>
            </a:lnSpc>
            <a:spcBef>
              <a:spcPct val="0"/>
            </a:spcBef>
            <a:spcAft>
              <a:spcPct val="35000"/>
            </a:spcAft>
          </a:pPr>
          <a:r>
            <a:rPr lang="ru-RU" sz="1400" b="0" i="0" u="none" strike="noStrike" kern="1200" baseline="0" dirty="0" smtClean="0">
              <a:latin typeface="Calibri"/>
            </a:rPr>
            <a:t>Естественно-языковые </a:t>
          </a:r>
          <a:r>
            <a:rPr lang="ru-RU" sz="1400" b="0" i="0" u="none" strike="noStrike" kern="1200" baseline="0" dirty="0" smtClean="0">
              <a:latin typeface="Times New Roman"/>
            </a:rPr>
            <a:t/>
          </a:r>
          <a:br>
            <a:rPr lang="ru-RU" sz="1400" b="0" i="0" u="none" strike="noStrike" kern="1200" baseline="0" dirty="0" smtClean="0">
              <a:latin typeface="Times New Roman"/>
            </a:rPr>
          </a:br>
          <a:r>
            <a:rPr lang="ru-RU" sz="1400" b="0" i="0" u="none" strike="noStrike" kern="1200" baseline="0" dirty="0" smtClean="0">
              <a:latin typeface="Calibri"/>
            </a:rPr>
            <a:t>интерфейсы</a:t>
          </a:r>
          <a:endParaRPr lang="ru-RU" sz="1400" kern="1200" dirty="0" smtClean="0"/>
        </a:p>
      </dsp:txBody>
      <dsp:txXfrm>
        <a:off x="998415" y="3080102"/>
        <a:ext cx="1292135" cy="646067"/>
      </dsp:txXfrm>
    </dsp:sp>
    <dsp:sp modelId="{F5EB9FFA-9E28-4E30-A813-858CF321B089}">
      <dsp:nvSpPr>
        <dsp:cNvPr id="0" name=""/>
        <dsp:cNvSpPr/>
      </dsp:nvSpPr>
      <dsp:spPr>
        <a:xfrm>
          <a:off x="998415" y="3997519"/>
          <a:ext cx="1292135" cy="64606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R="0" lvl="0" algn="ctr" defTabSz="622300" rtl="0">
            <a:lnSpc>
              <a:spcPct val="90000"/>
            </a:lnSpc>
            <a:spcBef>
              <a:spcPct val="0"/>
            </a:spcBef>
            <a:spcAft>
              <a:spcPct val="35000"/>
            </a:spcAft>
          </a:pPr>
          <a:r>
            <a:rPr lang="ru-RU" sz="1400" b="0" i="0" u="none" strike="noStrike" kern="1200" baseline="0" dirty="0" smtClean="0">
              <a:latin typeface="Calibri"/>
            </a:rPr>
            <a:t>Гипертекстовые </a:t>
          </a:r>
          <a:r>
            <a:rPr lang="ru-RU" sz="1400" b="0" i="0" u="none" strike="noStrike" kern="1200" baseline="0" dirty="0" smtClean="0">
              <a:latin typeface="Times New Roman"/>
            </a:rPr>
            <a:t/>
          </a:r>
          <a:br>
            <a:rPr lang="ru-RU" sz="1400" b="0" i="0" u="none" strike="noStrike" kern="1200" baseline="0" dirty="0" smtClean="0">
              <a:latin typeface="Times New Roman"/>
            </a:rPr>
          </a:br>
          <a:r>
            <a:rPr lang="ru-RU" sz="1400" b="0" i="0" u="none" strike="noStrike" kern="1200" baseline="0" dirty="0" smtClean="0">
              <a:latin typeface="Calibri"/>
            </a:rPr>
            <a:t>системы</a:t>
          </a:r>
          <a:endParaRPr lang="ru-RU" sz="1400" kern="1200" dirty="0" smtClean="0"/>
        </a:p>
      </dsp:txBody>
      <dsp:txXfrm>
        <a:off x="998415" y="3997519"/>
        <a:ext cx="1292135" cy="646067"/>
      </dsp:txXfrm>
    </dsp:sp>
    <dsp:sp modelId="{22901C1E-78B1-4871-BAA2-6262C0B5B194}">
      <dsp:nvSpPr>
        <dsp:cNvPr id="0" name=""/>
        <dsp:cNvSpPr/>
      </dsp:nvSpPr>
      <dsp:spPr>
        <a:xfrm>
          <a:off x="998415" y="4914935"/>
          <a:ext cx="1292135" cy="64606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R="0" lvl="0" algn="ctr" defTabSz="622300" rtl="0">
            <a:lnSpc>
              <a:spcPct val="90000"/>
            </a:lnSpc>
            <a:spcBef>
              <a:spcPct val="0"/>
            </a:spcBef>
            <a:spcAft>
              <a:spcPct val="35000"/>
            </a:spcAft>
          </a:pPr>
          <a:r>
            <a:rPr lang="ru-RU" sz="1400" b="0" i="0" u="none" strike="noStrike" kern="1200" baseline="0" dirty="0" smtClean="0">
              <a:latin typeface="Calibri"/>
            </a:rPr>
            <a:t>Контекстные справочные системы</a:t>
          </a:r>
          <a:endParaRPr lang="ru-RU" sz="1400" kern="1200" dirty="0" smtClean="0"/>
        </a:p>
      </dsp:txBody>
      <dsp:txXfrm>
        <a:off x="998415" y="4914935"/>
        <a:ext cx="1292135" cy="646067"/>
      </dsp:txXfrm>
    </dsp:sp>
    <dsp:sp modelId="{81401F8D-AC8D-4C10-9786-4C7414189486}">
      <dsp:nvSpPr>
        <dsp:cNvPr id="0" name=""/>
        <dsp:cNvSpPr/>
      </dsp:nvSpPr>
      <dsp:spPr>
        <a:xfrm>
          <a:off x="998415" y="5832351"/>
          <a:ext cx="1292135" cy="64606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R="0" lvl="0" algn="ctr" defTabSz="622300" rtl="0">
            <a:lnSpc>
              <a:spcPct val="90000"/>
            </a:lnSpc>
            <a:spcBef>
              <a:spcPct val="0"/>
            </a:spcBef>
            <a:spcAft>
              <a:spcPct val="35000"/>
            </a:spcAft>
          </a:pPr>
          <a:r>
            <a:rPr lang="ru-RU" sz="1400" b="0" i="0" u="none" strike="noStrike" kern="1200" baseline="0" dirty="0" smtClean="0">
              <a:latin typeface="Calibri"/>
            </a:rPr>
            <a:t>Когнитивная </a:t>
          </a:r>
          <a:r>
            <a:rPr lang="ru-RU" sz="1400" b="0" i="0" u="none" strike="noStrike" kern="1200" baseline="0" dirty="0" smtClean="0">
              <a:latin typeface="Times New Roman"/>
            </a:rPr>
            <a:t/>
          </a:r>
          <a:br>
            <a:rPr lang="ru-RU" sz="1400" b="0" i="0" u="none" strike="noStrike" kern="1200" baseline="0" dirty="0" smtClean="0">
              <a:latin typeface="Times New Roman"/>
            </a:rPr>
          </a:br>
          <a:r>
            <a:rPr lang="ru-RU" sz="1400" b="0" i="0" u="none" strike="noStrike" kern="1200" baseline="0" dirty="0" smtClean="0">
              <a:latin typeface="Calibri"/>
            </a:rPr>
            <a:t>графика</a:t>
          </a:r>
          <a:endParaRPr lang="ru-RU" sz="1400" kern="1200" dirty="0" smtClean="0"/>
        </a:p>
      </dsp:txBody>
      <dsp:txXfrm>
        <a:off x="998415" y="5832351"/>
        <a:ext cx="1292135" cy="646067"/>
      </dsp:txXfrm>
    </dsp:sp>
    <dsp:sp modelId="{908C8400-6048-4264-B737-18273884E6B6}">
      <dsp:nvSpPr>
        <dsp:cNvPr id="0" name=""/>
        <dsp:cNvSpPr/>
      </dsp:nvSpPr>
      <dsp:spPr>
        <a:xfrm>
          <a:off x="2752838" y="918411"/>
          <a:ext cx="1516205" cy="1032022"/>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R="0" lvl="0" algn="ctr" defTabSz="711200" rtl="0">
            <a:lnSpc>
              <a:spcPct val="90000"/>
            </a:lnSpc>
            <a:spcBef>
              <a:spcPct val="0"/>
            </a:spcBef>
            <a:spcAft>
              <a:spcPct val="35000"/>
            </a:spcAft>
          </a:pPr>
          <a:r>
            <a:rPr lang="ru-RU" sz="1600" b="0" i="0" u="none" strike="noStrike" kern="1200" baseline="0" dirty="0" smtClean="0">
              <a:effectLst>
                <a:outerShdw blurRad="38100" dist="38100" dir="2700000" algn="tl">
                  <a:srgbClr val="000000">
                    <a:alpha val="43137"/>
                  </a:srgbClr>
                </a:outerShdw>
              </a:effectLst>
              <a:latin typeface="Calibri"/>
            </a:rPr>
            <a:t>Экспертные системы</a:t>
          </a:r>
          <a:endParaRPr lang="ru-RU" sz="1600" kern="1200" dirty="0" smtClean="0">
            <a:effectLst>
              <a:outerShdw blurRad="38100" dist="38100" dir="2700000" algn="tl">
                <a:srgbClr val="000000">
                  <a:alpha val="43137"/>
                </a:srgbClr>
              </a:outerShdw>
            </a:effectLst>
          </a:endParaRPr>
        </a:p>
      </dsp:txBody>
      <dsp:txXfrm>
        <a:off x="2752838" y="918411"/>
        <a:ext cx="1516205" cy="1032022"/>
      </dsp:txXfrm>
    </dsp:sp>
    <dsp:sp modelId="{74FD141F-5F57-43C5-9BB5-4148D6C0167E}">
      <dsp:nvSpPr>
        <dsp:cNvPr id="0" name=""/>
        <dsp:cNvSpPr/>
      </dsp:nvSpPr>
      <dsp:spPr>
        <a:xfrm>
          <a:off x="3131889" y="2221782"/>
          <a:ext cx="1292135" cy="64606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R="0" lvl="0" algn="ctr" defTabSz="622300" rtl="0">
            <a:lnSpc>
              <a:spcPct val="90000"/>
            </a:lnSpc>
            <a:spcBef>
              <a:spcPct val="0"/>
            </a:spcBef>
            <a:spcAft>
              <a:spcPct val="35000"/>
            </a:spcAft>
          </a:pPr>
          <a:r>
            <a:rPr lang="ru-RU" sz="1400" b="0" i="0" u="none" strike="noStrike" kern="1200" baseline="0" dirty="0" smtClean="0">
              <a:latin typeface="Calibri"/>
            </a:rPr>
            <a:t>Классифицирующие системы</a:t>
          </a:r>
          <a:endParaRPr lang="ru-RU" sz="1400" kern="1200" dirty="0" smtClean="0"/>
        </a:p>
      </dsp:txBody>
      <dsp:txXfrm>
        <a:off x="3131889" y="2221782"/>
        <a:ext cx="1292135" cy="646067"/>
      </dsp:txXfrm>
    </dsp:sp>
    <dsp:sp modelId="{FAA95A24-5C70-450A-B99A-A7A307C93F44}">
      <dsp:nvSpPr>
        <dsp:cNvPr id="0" name=""/>
        <dsp:cNvSpPr/>
      </dsp:nvSpPr>
      <dsp:spPr>
        <a:xfrm>
          <a:off x="3131889" y="3139198"/>
          <a:ext cx="1292135" cy="64606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R="0" lvl="0" algn="ctr" defTabSz="622300" rtl="0">
            <a:lnSpc>
              <a:spcPct val="90000"/>
            </a:lnSpc>
            <a:spcBef>
              <a:spcPct val="0"/>
            </a:spcBef>
            <a:spcAft>
              <a:spcPct val="35000"/>
            </a:spcAft>
          </a:pPr>
          <a:r>
            <a:rPr lang="ru-RU" sz="1400" b="0" i="0" u="none" strike="noStrike" kern="1200" baseline="0" dirty="0" smtClean="0">
              <a:latin typeface="Calibri"/>
            </a:rPr>
            <a:t>Доопределяю</a:t>
          </a:r>
          <a:r>
            <a:rPr lang="ru-RU" sz="1400" b="0" i="0" u="none" strike="noStrike" kern="1200" baseline="0" dirty="0" smtClean="0">
              <a:latin typeface="Times New Roman"/>
            </a:rPr>
            <a:t>-</a:t>
          </a:r>
          <a:r>
            <a:rPr lang="ru-RU" sz="1400" b="0" i="0" u="none" strike="noStrike" kern="1200" baseline="0" dirty="0" err="1" smtClean="0">
              <a:latin typeface="Calibri"/>
            </a:rPr>
            <a:t>щие</a:t>
          </a:r>
          <a:r>
            <a:rPr lang="ru-RU" sz="1400" b="0" i="0" u="none" strike="noStrike" kern="1200" baseline="0" dirty="0" smtClean="0">
              <a:latin typeface="Calibri"/>
            </a:rPr>
            <a:t> системы</a:t>
          </a:r>
          <a:endParaRPr lang="ru-RU" sz="1400" kern="1200" dirty="0" smtClean="0"/>
        </a:p>
      </dsp:txBody>
      <dsp:txXfrm>
        <a:off x="3131889" y="3139198"/>
        <a:ext cx="1292135" cy="646067"/>
      </dsp:txXfrm>
    </dsp:sp>
    <dsp:sp modelId="{4368342D-1BAE-445B-A695-C54C77485458}">
      <dsp:nvSpPr>
        <dsp:cNvPr id="0" name=""/>
        <dsp:cNvSpPr/>
      </dsp:nvSpPr>
      <dsp:spPr>
        <a:xfrm>
          <a:off x="3131889" y="4056615"/>
          <a:ext cx="1292135" cy="64606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R="0" lvl="0" algn="ctr" defTabSz="622300" rtl="0">
            <a:lnSpc>
              <a:spcPct val="90000"/>
            </a:lnSpc>
            <a:spcBef>
              <a:spcPct val="0"/>
            </a:spcBef>
            <a:spcAft>
              <a:spcPct val="35000"/>
            </a:spcAft>
          </a:pPr>
          <a:r>
            <a:rPr lang="ru-RU" sz="1400" b="0" i="0" u="none" strike="noStrike" kern="1200" baseline="0" dirty="0" smtClean="0">
              <a:latin typeface="Calibri"/>
            </a:rPr>
            <a:t>Трансформирующие системы</a:t>
          </a:r>
          <a:endParaRPr lang="ru-RU" sz="1400" kern="1200" dirty="0" smtClean="0"/>
        </a:p>
      </dsp:txBody>
      <dsp:txXfrm>
        <a:off x="3131889" y="4056615"/>
        <a:ext cx="1292135" cy="646067"/>
      </dsp:txXfrm>
    </dsp:sp>
    <dsp:sp modelId="{59D83286-CD22-4CC1-BDC9-215667BC8DDB}">
      <dsp:nvSpPr>
        <dsp:cNvPr id="0" name=""/>
        <dsp:cNvSpPr/>
      </dsp:nvSpPr>
      <dsp:spPr>
        <a:xfrm>
          <a:off x="3131889" y="4974031"/>
          <a:ext cx="1398801" cy="913210"/>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R="0" lvl="0" algn="ctr" defTabSz="622300" rtl="0">
            <a:lnSpc>
              <a:spcPct val="90000"/>
            </a:lnSpc>
            <a:spcBef>
              <a:spcPct val="0"/>
            </a:spcBef>
            <a:spcAft>
              <a:spcPct val="35000"/>
            </a:spcAft>
          </a:pPr>
          <a:r>
            <a:rPr lang="ru-RU" sz="1400" b="0" i="0" u="none" strike="noStrike" kern="1200" baseline="0" dirty="0" err="1" smtClean="0">
              <a:latin typeface="Calibri"/>
            </a:rPr>
            <a:t>Многоагентные</a:t>
          </a:r>
          <a:r>
            <a:rPr lang="ru-RU" sz="1400" b="0" i="0" u="none" strike="noStrike" kern="1200" baseline="0" dirty="0" smtClean="0">
              <a:latin typeface="Calibri"/>
            </a:rPr>
            <a:t> системы</a:t>
          </a:r>
          <a:endParaRPr lang="ru-RU" sz="1400" kern="1200" dirty="0" smtClean="0"/>
        </a:p>
      </dsp:txBody>
      <dsp:txXfrm>
        <a:off x="3131889" y="4974031"/>
        <a:ext cx="1398801" cy="913210"/>
      </dsp:txXfrm>
    </dsp:sp>
    <dsp:sp modelId="{AC99F419-9504-4223-8C37-64A62EC37070}">
      <dsp:nvSpPr>
        <dsp:cNvPr id="0" name=""/>
        <dsp:cNvSpPr/>
      </dsp:nvSpPr>
      <dsp:spPr>
        <a:xfrm>
          <a:off x="4540391" y="918411"/>
          <a:ext cx="1686547" cy="1032022"/>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R="0" lvl="0" algn="ctr" defTabSz="711200" rtl="0">
            <a:lnSpc>
              <a:spcPct val="90000"/>
            </a:lnSpc>
            <a:spcBef>
              <a:spcPct val="0"/>
            </a:spcBef>
            <a:spcAft>
              <a:spcPct val="35000"/>
            </a:spcAft>
          </a:pPr>
          <a:r>
            <a:rPr lang="ru-RU" sz="1600" b="0" i="0" u="none" strike="noStrike" kern="1200" baseline="0" dirty="0" smtClean="0">
              <a:effectLst>
                <a:outerShdw blurRad="38100" dist="38100" dir="2700000" algn="tl">
                  <a:srgbClr val="000000">
                    <a:alpha val="43137"/>
                  </a:srgbClr>
                </a:outerShdw>
              </a:effectLst>
              <a:latin typeface="Calibri"/>
            </a:rPr>
            <a:t>Самообучающиеся системы</a:t>
          </a:r>
          <a:endParaRPr lang="ru-RU" sz="1600" kern="1200" dirty="0" smtClean="0">
            <a:effectLst>
              <a:outerShdw blurRad="38100" dist="38100" dir="2700000" algn="tl">
                <a:srgbClr val="000000">
                  <a:alpha val="43137"/>
                </a:srgbClr>
              </a:outerShdw>
            </a:effectLst>
          </a:endParaRPr>
        </a:p>
      </dsp:txBody>
      <dsp:txXfrm>
        <a:off x="4540391" y="918411"/>
        <a:ext cx="1686547" cy="1032022"/>
      </dsp:txXfrm>
    </dsp:sp>
    <dsp:sp modelId="{DED8DE2A-CA68-4490-BCBD-13793F781844}">
      <dsp:nvSpPr>
        <dsp:cNvPr id="0" name=""/>
        <dsp:cNvSpPr/>
      </dsp:nvSpPr>
      <dsp:spPr>
        <a:xfrm>
          <a:off x="4962028" y="2221782"/>
          <a:ext cx="1292135" cy="64606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R="0" lvl="0" algn="ctr" defTabSz="622300" rtl="0">
            <a:lnSpc>
              <a:spcPct val="90000"/>
            </a:lnSpc>
            <a:spcBef>
              <a:spcPct val="0"/>
            </a:spcBef>
            <a:spcAft>
              <a:spcPct val="35000"/>
            </a:spcAft>
          </a:pPr>
          <a:r>
            <a:rPr lang="ru-RU" sz="1400" b="0" i="0" u="none" strike="noStrike" kern="1200" baseline="0" smtClean="0">
              <a:latin typeface="Calibri"/>
            </a:rPr>
            <a:t>Индуктивные системы</a:t>
          </a:r>
          <a:endParaRPr lang="ru-RU" sz="1400" kern="1200" smtClean="0"/>
        </a:p>
      </dsp:txBody>
      <dsp:txXfrm>
        <a:off x="4962028" y="2221782"/>
        <a:ext cx="1292135" cy="646067"/>
      </dsp:txXfrm>
    </dsp:sp>
    <dsp:sp modelId="{5A182610-53DF-4366-B012-1E195768D0AA}">
      <dsp:nvSpPr>
        <dsp:cNvPr id="0" name=""/>
        <dsp:cNvSpPr/>
      </dsp:nvSpPr>
      <dsp:spPr>
        <a:xfrm>
          <a:off x="4964923" y="3092184"/>
          <a:ext cx="1292135" cy="64606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R="0" lvl="0" algn="ctr" defTabSz="622300" rtl="0">
            <a:lnSpc>
              <a:spcPct val="90000"/>
            </a:lnSpc>
            <a:spcBef>
              <a:spcPct val="0"/>
            </a:spcBef>
            <a:spcAft>
              <a:spcPct val="35000"/>
            </a:spcAft>
          </a:pPr>
          <a:r>
            <a:rPr lang="ru-RU" sz="1400" b="0" i="0" u="none" strike="noStrike" kern="1200" baseline="0" smtClean="0">
              <a:latin typeface="Calibri"/>
            </a:rPr>
            <a:t>Нейронные </a:t>
          </a:r>
          <a:r>
            <a:rPr lang="ru-RU" sz="1400" b="0" i="0" u="none" strike="noStrike" kern="1200" baseline="0" smtClean="0">
              <a:latin typeface="Times New Roman"/>
            </a:rPr>
            <a:t/>
          </a:r>
          <a:br>
            <a:rPr lang="ru-RU" sz="1400" b="0" i="0" u="none" strike="noStrike" kern="1200" baseline="0" smtClean="0">
              <a:latin typeface="Times New Roman"/>
            </a:rPr>
          </a:br>
          <a:r>
            <a:rPr lang="ru-RU" sz="1400" b="0" i="0" u="none" strike="noStrike" kern="1200" baseline="0" smtClean="0">
              <a:latin typeface="Calibri"/>
            </a:rPr>
            <a:t>сети</a:t>
          </a:r>
          <a:endParaRPr lang="ru-RU" sz="1400" kern="1200" smtClean="0"/>
        </a:p>
      </dsp:txBody>
      <dsp:txXfrm>
        <a:off x="4964923" y="3092184"/>
        <a:ext cx="1292135" cy="646067"/>
      </dsp:txXfrm>
    </dsp:sp>
    <dsp:sp modelId="{C437CF02-EE1F-4B07-B4C4-C83CB4F50E9A}">
      <dsp:nvSpPr>
        <dsp:cNvPr id="0" name=""/>
        <dsp:cNvSpPr/>
      </dsp:nvSpPr>
      <dsp:spPr>
        <a:xfrm>
          <a:off x="4962028" y="4056615"/>
          <a:ext cx="1292135" cy="64606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R="0" lvl="0" algn="ctr" defTabSz="622300" rtl="0">
            <a:lnSpc>
              <a:spcPct val="90000"/>
            </a:lnSpc>
            <a:spcBef>
              <a:spcPct val="0"/>
            </a:spcBef>
            <a:spcAft>
              <a:spcPct val="35000"/>
            </a:spcAft>
          </a:pPr>
          <a:r>
            <a:rPr lang="ru-RU" sz="1400" b="0" i="0" u="none" strike="noStrike" kern="1200" baseline="0" smtClean="0">
              <a:latin typeface="Calibri"/>
            </a:rPr>
            <a:t>Системы на прецедентах</a:t>
          </a:r>
          <a:endParaRPr lang="ru-RU" sz="1400" kern="1200" smtClean="0"/>
        </a:p>
      </dsp:txBody>
      <dsp:txXfrm>
        <a:off x="4962028" y="4056615"/>
        <a:ext cx="1292135" cy="646067"/>
      </dsp:txXfrm>
    </dsp:sp>
    <dsp:sp modelId="{B2BE8ACB-DF6D-4F3C-86A3-4251E96FAD98}">
      <dsp:nvSpPr>
        <dsp:cNvPr id="0" name=""/>
        <dsp:cNvSpPr/>
      </dsp:nvSpPr>
      <dsp:spPr>
        <a:xfrm>
          <a:off x="4962028" y="4974031"/>
          <a:ext cx="1760418" cy="753360"/>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R="0" lvl="0" algn="ctr" defTabSz="622300" rtl="0">
            <a:lnSpc>
              <a:spcPct val="90000"/>
            </a:lnSpc>
            <a:spcBef>
              <a:spcPct val="0"/>
            </a:spcBef>
            <a:spcAft>
              <a:spcPct val="35000"/>
            </a:spcAft>
          </a:pPr>
          <a:r>
            <a:rPr lang="ru-RU" sz="1400" b="0" i="0" u="none" strike="noStrike" kern="1200" baseline="0" dirty="0" smtClean="0">
              <a:latin typeface="Calibri"/>
            </a:rPr>
            <a:t>Информационные хранилища</a:t>
          </a:r>
          <a:endParaRPr lang="ru-RU" sz="1400" kern="1200" dirty="0" smtClean="0"/>
        </a:p>
      </dsp:txBody>
      <dsp:txXfrm>
        <a:off x="4962028" y="4974031"/>
        <a:ext cx="1760418" cy="753360"/>
      </dsp:txXfrm>
    </dsp:sp>
    <dsp:sp modelId="{77396AB6-9FF6-4704-9E1A-51BD5E14E0E6}">
      <dsp:nvSpPr>
        <dsp:cNvPr id="0" name=""/>
        <dsp:cNvSpPr/>
      </dsp:nvSpPr>
      <dsp:spPr>
        <a:xfrm>
          <a:off x="6498287" y="918411"/>
          <a:ext cx="1362143" cy="1032022"/>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R="0" lvl="0" algn="ctr" defTabSz="711200" rtl="0">
            <a:lnSpc>
              <a:spcPct val="90000"/>
            </a:lnSpc>
            <a:spcBef>
              <a:spcPct val="0"/>
            </a:spcBef>
            <a:spcAft>
              <a:spcPct val="35000"/>
            </a:spcAft>
          </a:pPr>
          <a:r>
            <a:rPr lang="ru-RU" sz="1600" b="0" i="0" u="none" strike="noStrike" kern="1200" baseline="0" dirty="0" smtClean="0">
              <a:effectLst>
                <a:outerShdw blurRad="38100" dist="38100" dir="2700000" algn="tl">
                  <a:srgbClr val="000000">
                    <a:alpha val="43137"/>
                  </a:srgbClr>
                </a:outerShdw>
              </a:effectLst>
              <a:latin typeface="Calibri"/>
            </a:rPr>
            <a:t>Адаптивные системы</a:t>
          </a:r>
          <a:endParaRPr lang="ru-RU" sz="1600" kern="1200" dirty="0" smtClean="0">
            <a:effectLst>
              <a:outerShdw blurRad="38100" dist="38100" dir="2700000" algn="tl">
                <a:srgbClr val="000000">
                  <a:alpha val="43137"/>
                </a:srgbClr>
              </a:outerShdw>
            </a:effectLst>
          </a:endParaRPr>
        </a:p>
      </dsp:txBody>
      <dsp:txXfrm>
        <a:off x="6498287" y="918411"/>
        <a:ext cx="1362143" cy="1032022"/>
      </dsp:txXfrm>
    </dsp:sp>
    <dsp:sp modelId="{656B3F46-F62D-4293-85EE-208E801936CF}">
      <dsp:nvSpPr>
        <dsp:cNvPr id="0" name=""/>
        <dsp:cNvSpPr/>
      </dsp:nvSpPr>
      <dsp:spPr>
        <a:xfrm>
          <a:off x="6838823" y="2221782"/>
          <a:ext cx="1298079" cy="913165"/>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R="0" lvl="0" algn="ctr" defTabSz="622300" rtl="0">
            <a:lnSpc>
              <a:spcPct val="90000"/>
            </a:lnSpc>
            <a:spcBef>
              <a:spcPct val="0"/>
            </a:spcBef>
            <a:spcAft>
              <a:spcPct val="35000"/>
            </a:spcAft>
          </a:pPr>
          <a:r>
            <a:rPr lang="en-US" sz="1400" b="0" i="0" u="none" strike="noStrike" kern="1200" baseline="0" dirty="0" smtClean="0">
              <a:latin typeface="Calibri"/>
            </a:rPr>
            <a:t>CASE</a:t>
          </a:r>
          <a:r>
            <a:rPr lang="ru-RU" sz="1400" b="0" i="0" u="none" strike="noStrike" kern="1200" baseline="0" dirty="0" smtClean="0">
              <a:latin typeface="Calibri"/>
            </a:rPr>
            <a:t>-технологии (</a:t>
          </a:r>
          <a:r>
            <a:rPr lang="en-US" sz="1400" b="0" i="0" u="none" strike="noStrike" kern="1200" baseline="0" dirty="0" smtClean="0">
              <a:latin typeface="Calibri"/>
            </a:rPr>
            <a:t>Case-based reasoning</a:t>
          </a:r>
          <a:r>
            <a:rPr lang="ru-RU" sz="1400" b="0" i="0" u="none" strike="noStrike" kern="1200" baseline="0" dirty="0" smtClean="0">
              <a:latin typeface="Calibri"/>
            </a:rPr>
            <a:t>)</a:t>
          </a:r>
          <a:endParaRPr lang="ru-RU" sz="1400" kern="1200" dirty="0" smtClean="0"/>
        </a:p>
      </dsp:txBody>
      <dsp:txXfrm>
        <a:off x="6838823" y="2221782"/>
        <a:ext cx="1298079" cy="913165"/>
      </dsp:txXfrm>
    </dsp:sp>
    <dsp:sp modelId="{958371CD-77A4-4D68-AAD4-43F017BE19A6}">
      <dsp:nvSpPr>
        <dsp:cNvPr id="0" name=""/>
        <dsp:cNvSpPr/>
      </dsp:nvSpPr>
      <dsp:spPr>
        <a:xfrm>
          <a:off x="6838823" y="3406296"/>
          <a:ext cx="1292135" cy="64606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R="0" lvl="0" algn="ctr" defTabSz="622300" rtl="0">
            <a:lnSpc>
              <a:spcPct val="90000"/>
            </a:lnSpc>
            <a:spcBef>
              <a:spcPct val="0"/>
            </a:spcBef>
            <a:spcAft>
              <a:spcPct val="35000"/>
            </a:spcAft>
          </a:pPr>
          <a:r>
            <a:rPr lang="ru-RU" sz="1400" b="0" i="0" u="none" strike="noStrike" kern="1200" baseline="0" smtClean="0">
              <a:latin typeface="Calibri"/>
            </a:rPr>
            <a:t>Компонентная технология</a:t>
          </a:r>
          <a:endParaRPr lang="ru-RU" sz="1400" kern="1200" smtClean="0"/>
        </a:p>
      </dsp:txBody>
      <dsp:txXfrm>
        <a:off x="6838823" y="3406296"/>
        <a:ext cx="1292135" cy="6460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EFD19C-0C7C-486F-83AB-1C4FFD295492}">
      <dsp:nvSpPr>
        <dsp:cNvPr id="0" name=""/>
        <dsp:cNvSpPr/>
      </dsp:nvSpPr>
      <dsp:spPr>
        <a:xfrm>
          <a:off x="7007707" y="1596046"/>
          <a:ext cx="283812" cy="2812386"/>
        </a:xfrm>
        <a:custGeom>
          <a:avLst/>
          <a:gdLst/>
          <a:ahLst/>
          <a:cxnLst/>
          <a:rect l="0" t="0" r="0" b="0"/>
          <a:pathLst>
            <a:path>
              <a:moveTo>
                <a:pt x="0" y="0"/>
              </a:moveTo>
              <a:lnTo>
                <a:pt x="0" y="2812386"/>
              </a:lnTo>
              <a:lnTo>
                <a:pt x="283812" y="2812386"/>
              </a:lnTo>
            </a:path>
          </a:pathLst>
        </a:custGeom>
        <a:noFill/>
        <a:ln w="285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32193F6-334F-46CE-8BBB-A1D998154548}">
      <dsp:nvSpPr>
        <dsp:cNvPr id="0" name=""/>
        <dsp:cNvSpPr/>
      </dsp:nvSpPr>
      <dsp:spPr>
        <a:xfrm>
          <a:off x="7007707" y="1596046"/>
          <a:ext cx="283812" cy="1599149"/>
        </a:xfrm>
        <a:custGeom>
          <a:avLst/>
          <a:gdLst/>
          <a:ahLst/>
          <a:cxnLst/>
          <a:rect l="0" t="0" r="0" b="0"/>
          <a:pathLst>
            <a:path>
              <a:moveTo>
                <a:pt x="0" y="0"/>
              </a:moveTo>
              <a:lnTo>
                <a:pt x="0" y="1599149"/>
              </a:lnTo>
              <a:lnTo>
                <a:pt x="283812" y="1599149"/>
              </a:lnTo>
            </a:path>
          </a:pathLst>
        </a:custGeom>
        <a:noFill/>
        <a:ln w="285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9F3DE5-D9E0-43DD-B53A-536066134EE4}">
      <dsp:nvSpPr>
        <dsp:cNvPr id="0" name=""/>
        <dsp:cNvSpPr/>
      </dsp:nvSpPr>
      <dsp:spPr>
        <a:xfrm>
          <a:off x="7007707" y="1596046"/>
          <a:ext cx="283812" cy="547963"/>
        </a:xfrm>
        <a:custGeom>
          <a:avLst/>
          <a:gdLst/>
          <a:ahLst/>
          <a:cxnLst/>
          <a:rect l="0" t="0" r="0" b="0"/>
          <a:pathLst>
            <a:path>
              <a:moveTo>
                <a:pt x="0" y="0"/>
              </a:moveTo>
              <a:lnTo>
                <a:pt x="0" y="547963"/>
              </a:lnTo>
              <a:lnTo>
                <a:pt x="283812" y="547963"/>
              </a:lnTo>
            </a:path>
          </a:pathLst>
        </a:custGeom>
        <a:noFill/>
        <a:ln w="285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A7550AD-B3F7-4FCC-B89C-7D415F7DDD91}">
      <dsp:nvSpPr>
        <dsp:cNvPr id="0" name=""/>
        <dsp:cNvSpPr/>
      </dsp:nvSpPr>
      <dsp:spPr>
        <a:xfrm>
          <a:off x="4356483" y="669904"/>
          <a:ext cx="3408057" cy="250157"/>
        </a:xfrm>
        <a:custGeom>
          <a:avLst/>
          <a:gdLst/>
          <a:ahLst/>
          <a:cxnLst/>
          <a:rect l="0" t="0" r="0" b="0"/>
          <a:pathLst>
            <a:path>
              <a:moveTo>
                <a:pt x="0" y="0"/>
              </a:moveTo>
              <a:lnTo>
                <a:pt x="0" y="125078"/>
              </a:lnTo>
              <a:lnTo>
                <a:pt x="3408057" y="125078"/>
              </a:lnTo>
              <a:lnTo>
                <a:pt x="3408057" y="250157"/>
              </a:lnTo>
            </a:path>
          </a:pathLst>
        </a:custGeom>
        <a:noFill/>
        <a:ln w="28575" cap="flat" cmpd="sng" algn="ctr">
          <a:solidFill>
            <a:schemeClr val="accent3">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593B01-D33E-45A7-98A6-3E3E7A46FE64}">
      <dsp:nvSpPr>
        <dsp:cNvPr id="0" name=""/>
        <dsp:cNvSpPr/>
      </dsp:nvSpPr>
      <dsp:spPr>
        <a:xfrm>
          <a:off x="5496238" y="1515674"/>
          <a:ext cx="178683" cy="2251152"/>
        </a:xfrm>
        <a:custGeom>
          <a:avLst/>
          <a:gdLst/>
          <a:ahLst/>
          <a:cxnLst/>
          <a:rect l="0" t="0" r="0" b="0"/>
          <a:pathLst>
            <a:path>
              <a:moveTo>
                <a:pt x="0" y="0"/>
              </a:moveTo>
              <a:lnTo>
                <a:pt x="0" y="2251152"/>
              </a:lnTo>
              <a:lnTo>
                <a:pt x="178683" y="2251152"/>
              </a:lnTo>
            </a:path>
          </a:pathLst>
        </a:custGeom>
        <a:noFill/>
        <a:ln w="285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FFFE7D7-AF10-49A8-B959-0FFFB1BBB33D}">
      <dsp:nvSpPr>
        <dsp:cNvPr id="0" name=""/>
        <dsp:cNvSpPr/>
      </dsp:nvSpPr>
      <dsp:spPr>
        <a:xfrm>
          <a:off x="5496238" y="1515674"/>
          <a:ext cx="178683" cy="833780"/>
        </a:xfrm>
        <a:custGeom>
          <a:avLst/>
          <a:gdLst/>
          <a:ahLst/>
          <a:cxnLst/>
          <a:rect l="0" t="0" r="0" b="0"/>
          <a:pathLst>
            <a:path>
              <a:moveTo>
                <a:pt x="0" y="0"/>
              </a:moveTo>
              <a:lnTo>
                <a:pt x="0" y="833780"/>
              </a:lnTo>
              <a:lnTo>
                <a:pt x="178683" y="833780"/>
              </a:lnTo>
            </a:path>
          </a:pathLst>
        </a:custGeom>
        <a:noFill/>
        <a:ln w="285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DCF13A5-F1EA-4CAC-AC22-B92A1911F45E}">
      <dsp:nvSpPr>
        <dsp:cNvPr id="0" name=""/>
        <dsp:cNvSpPr/>
      </dsp:nvSpPr>
      <dsp:spPr>
        <a:xfrm>
          <a:off x="4356483" y="669904"/>
          <a:ext cx="1616244" cy="250157"/>
        </a:xfrm>
        <a:custGeom>
          <a:avLst/>
          <a:gdLst/>
          <a:ahLst/>
          <a:cxnLst/>
          <a:rect l="0" t="0" r="0" b="0"/>
          <a:pathLst>
            <a:path>
              <a:moveTo>
                <a:pt x="0" y="0"/>
              </a:moveTo>
              <a:lnTo>
                <a:pt x="0" y="125078"/>
              </a:lnTo>
              <a:lnTo>
                <a:pt x="1616244" y="125078"/>
              </a:lnTo>
              <a:lnTo>
                <a:pt x="1616244" y="250157"/>
              </a:lnTo>
            </a:path>
          </a:pathLst>
        </a:custGeom>
        <a:noFill/>
        <a:ln w="28575" cap="flat" cmpd="sng" algn="ctr">
          <a:solidFill>
            <a:schemeClr val="accent3">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2948EA7-FD1D-4680-B7FA-F358321F6011}">
      <dsp:nvSpPr>
        <dsp:cNvPr id="0" name=""/>
        <dsp:cNvSpPr/>
      </dsp:nvSpPr>
      <dsp:spPr>
        <a:xfrm>
          <a:off x="3664376" y="1515674"/>
          <a:ext cx="215058" cy="2546108"/>
        </a:xfrm>
        <a:custGeom>
          <a:avLst/>
          <a:gdLst/>
          <a:ahLst/>
          <a:cxnLst/>
          <a:rect l="0" t="0" r="0" b="0"/>
          <a:pathLst>
            <a:path>
              <a:moveTo>
                <a:pt x="0" y="0"/>
              </a:moveTo>
              <a:lnTo>
                <a:pt x="0" y="2546108"/>
              </a:lnTo>
              <a:lnTo>
                <a:pt x="215058" y="2546108"/>
              </a:lnTo>
            </a:path>
          </a:pathLst>
        </a:custGeom>
        <a:noFill/>
        <a:ln w="285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DC4EE6C-9499-4D2B-B0A7-B81A7018FBA7}">
      <dsp:nvSpPr>
        <dsp:cNvPr id="0" name=""/>
        <dsp:cNvSpPr/>
      </dsp:nvSpPr>
      <dsp:spPr>
        <a:xfrm>
          <a:off x="3664376" y="1515674"/>
          <a:ext cx="215058" cy="1530156"/>
        </a:xfrm>
        <a:custGeom>
          <a:avLst/>
          <a:gdLst/>
          <a:ahLst/>
          <a:cxnLst/>
          <a:rect l="0" t="0" r="0" b="0"/>
          <a:pathLst>
            <a:path>
              <a:moveTo>
                <a:pt x="0" y="0"/>
              </a:moveTo>
              <a:lnTo>
                <a:pt x="0" y="1530156"/>
              </a:lnTo>
              <a:lnTo>
                <a:pt x="215058" y="1530156"/>
              </a:lnTo>
            </a:path>
          </a:pathLst>
        </a:custGeom>
        <a:noFill/>
        <a:ln w="285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94BA9E-F2C1-4992-85B3-687E3EB3FAAB}">
      <dsp:nvSpPr>
        <dsp:cNvPr id="0" name=""/>
        <dsp:cNvSpPr/>
      </dsp:nvSpPr>
      <dsp:spPr>
        <a:xfrm>
          <a:off x="3664376" y="1515674"/>
          <a:ext cx="215058" cy="547963"/>
        </a:xfrm>
        <a:custGeom>
          <a:avLst/>
          <a:gdLst/>
          <a:ahLst/>
          <a:cxnLst/>
          <a:rect l="0" t="0" r="0" b="0"/>
          <a:pathLst>
            <a:path>
              <a:moveTo>
                <a:pt x="0" y="0"/>
              </a:moveTo>
              <a:lnTo>
                <a:pt x="0" y="547963"/>
              </a:lnTo>
              <a:lnTo>
                <a:pt x="215058" y="547963"/>
              </a:lnTo>
            </a:path>
          </a:pathLst>
        </a:custGeom>
        <a:noFill/>
        <a:ln w="285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7F4E06F-B055-40B3-8D49-CF89F171F876}">
      <dsp:nvSpPr>
        <dsp:cNvPr id="0" name=""/>
        <dsp:cNvSpPr/>
      </dsp:nvSpPr>
      <dsp:spPr>
        <a:xfrm>
          <a:off x="4237865" y="669904"/>
          <a:ext cx="118617" cy="250157"/>
        </a:xfrm>
        <a:custGeom>
          <a:avLst/>
          <a:gdLst/>
          <a:ahLst/>
          <a:cxnLst/>
          <a:rect l="0" t="0" r="0" b="0"/>
          <a:pathLst>
            <a:path>
              <a:moveTo>
                <a:pt x="118617" y="0"/>
              </a:moveTo>
              <a:lnTo>
                <a:pt x="118617" y="125078"/>
              </a:lnTo>
              <a:lnTo>
                <a:pt x="0" y="125078"/>
              </a:lnTo>
              <a:lnTo>
                <a:pt x="0" y="250157"/>
              </a:lnTo>
            </a:path>
          </a:pathLst>
        </a:custGeom>
        <a:noFill/>
        <a:ln w="28575" cap="flat" cmpd="sng" algn="ctr">
          <a:solidFill>
            <a:schemeClr val="accent3">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7AC20AA-5CAF-4411-A8B7-5EBA6688FC04}">
      <dsp:nvSpPr>
        <dsp:cNvPr id="0" name=""/>
        <dsp:cNvSpPr/>
      </dsp:nvSpPr>
      <dsp:spPr>
        <a:xfrm>
          <a:off x="1930561" y="1515674"/>
          <a:ext cx="216044" cy="3931045"/>
        </a:xfrm>
        <a:custGeom>
          <a:avLst/>
          <a:gdLst/>
          <a:ahLst/>
          <a:cxnLst/>
          <a:rect l="0" t="0" r="0" b="0"/>
          <a:pathLst>
            <a:path>
              <a:moveTo>
                <a:pt x="0" y="0"/>
              </a:moveTo>
              <a:lnTo>
                <a:pt x="0" y="3931045"/>
              </a:lnTo>
              <a:lnTo>
                <a:pt x="216044" y="3931045"/>
              </a:lnTo>
            </a:path>
          </a:pathLst>
        </a:custGeom>
        <a:noFill/>
        <a:ln w="285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1E8356-F0FE-41EC-95B7-5FB734CAC318}">
      <dsp:nvSpPr>
        <dsp:cNvPr id="0" name=""/>
        <dsp:cNvSpPr/>
      </dsp:nvSpPr>
      <dsp:spPr>
        <a:xfrm>
          <a:off x="1930561" y="1515674"/>
          <a:ext cx="216044" cy="3085275"/>
        </a:xfrm>
        <a:custGeom>
          <a:avLst/>
          <a:gdLst/>
          <a:ahLst/>
          <a:cxnLst/>
          <a:rect l="0" t="0" r="0" b="0"/>
          <a:pathLst>
            <a:path>
              <a:moveTo>
                <a:pt x="0" y="0"/>
              </a:moveTo>
              <a:lnTo>
                <a:pt x="0" y="3085275"/>
              </a:lnTo>
              <a:lnTo>
                <a:pt x="216044" y="3085275"/>
              </a:lnTo>
            </a:path>
          </a:pathLst>
        </a:custGeom>
        <a:noFill/>
        <a:ln w="285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8C227EF-7A83-46C8-AADA-85001E9E1CE1}">
      <dsp:nvSpPr>
        <dsp:cNvPr id="0" name=""/>
        <dsp:cNvSpPr/>
      </dsp:nvSpPr>
      <dsp:spPr>
        <a:xfrm>
          <a:off x="1930561" y="1515674"/>
          <a:ext cx="216044" cy="2239504"/>
        </a:xfrm>
        <a:custGeom>
          <a:avLst/>
          <a:gdLst/>
          <a:ahLst/>
          <a:cxnLst/>
          <a:rect l="0" t="0" r="0" b="0"/>
          <a:pathLst>
            <a:path>
              <a:moveTo>
                <a:pt x="0" y="0"/>
              </a:moveTo>
              <a:lnTo>
                <a:pt x="0" y="2239504"/>
              </a:lnTo>
              <a:lnTo>
                <a:pt x="216044" y="2239504"/>
              </a:lnTo>
            </a:path>
          </a:pathLst>
        </a:custGeom>
        <a:noFill/>
        <a:ln w="285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55A8F69-B8F8-4310-A62D-F5754951A988}">
      <dsp:nvSpPr>
        <dsp:cNvPr id="0" name=""/>
        <dsp:cNvSpPr/>
      </dsp:nvSpPr>
      <dsp:spPr>
        <a:xfrm>
          <a:off x="1930561" y="1515674"/>
          <a:ext cx="216044" cy="1393734"/>
        </a:xfrm>
        <a:custGeom>
          <a:avLst/>
          <a:gdLst/>
          <a:ahLst/>
          <a:cxnLst/>
          <a:rect l="0" t="0" r="0" b="0"/>
          <a:pathLst>
            <a:path>
              <a:moveTo>
                <a:pt x="0" y="0"/>
              </a:moveTo>
              <a:lnTo>
                <a:pt x="0" y="1393734"/>
              </a:lnTo>
              <a:lnTo>
                <a:pt x="216044" y="1393734"/>
              </a:lnTo>
            </a:path>
          </a:pathLst>
        </a:custGeom>
        <a:noFill/>
        <a:ln w="285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D9550C5-69DD-4F13-BA32-BBF76C644FF6}">
      <dsp:nvSpPr>
        <dsp:cNvPr id="0" name=""/>
        <dsp:cNvSpPr/>
      </dsp:nvSpPr>
      <dsp:spPr>
        <a:xfrm>
          <a:off x="1930561" y="1515674"/>
          <a:ext cx="216044" cy="547963"/>
        </a:xfrm>
        <a:custGeom>
          <a:avLst/>
          <a:gdLst/>
          <a:ahLst/>
          <a:cxnLst/>
          <a:rect l="0" t="0" r="0" b="0"/>
          <a:pathLst>
            <a:path>
              <a:moveTo>
                <a:pt x="0" y="0"/>
              </a:moveTo>
              <a:lnTo>
                <a:pt x="0" y="547963"/>
              </a:lnTo>
              <a:lnTo>
                <a:pt x="216044" y="547963"/>
              </a:lnTo>
            </a:path>
          </a:pathLst>
        </a:custGeom>
        <a:noFill/>
        <a:ln w="285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E031FB-583F-4C01-80C3-1FDBEABFE5E7}">
      <dsp:nvSpPr>
        <dsp:cNvPr id="0" name=""/>
        <dsp:cNvSpPr/>
      </dsp:nvSpPr>
      <dsp:spPr>
        <a:xfrm>
          <a:off x="2506680" y="669904"/>
          <a:ext cx="1849802" cy="250157"/>
        </a:xfrm>
        <a:custGeom>
          <a:avLst/>
          <a:gdLst/>
          <a:ahLst/>
          <a:cxnLst/>
          <a:rect l="0" t="0" r="0" b="0"/>
          <a:pathLst>
            <a:path>
              <a:moveTo>
                <a:pt x="1849802" y="0"/>
              </a:moveTo>
              <a:lnTo>
                <a:pt x="1849802" y="125078"/>
              </a:lnTo>
              <a:lnTo>
                <a:pt x="0" y="125078"/>
              </a:lnTo>
              <a:lnTo>
                <a:pt x="0" y="250157"/>
              </a:lnTo>
            </a:path>
          </a:pathLst>
        </a:custGeom>
        <a:noFill/>
        <a:ln w="28575" cap="flat" cmpd="sng" algn="ctr">
          <a:solidFill>
            <a:schemeClr val="accent3">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19AFBF-B11A-4637-8686-5A9DC254117F}">
      <dsp:nvSpPr>
        <dsp:cNvPr id="0" name=""/>
        <dsp:cNvSpPr/>
      </dsp:nvSpPr>
      <dsp:spPr>
        <a:xfrm>
          <a:off x="155783" y="1710142"/>
          <a:ext cx="230098" cy="4254463"/>
        </a:xfrm>
        <a:custGeom>
          <a:avLst/>
          <a:gdLst/>
          <a:ahLst/>
          <a:cxnLst/>
          <a:rect l="0" t="0" r="0" b="0"/>
          <a:pathLst>
            <a:path>
              <a:moveTo>
                <a:pt x="0" y="0"/>
              </a:moveTo>
              <a:lnTo>
                <a:pt x="0" y="4254463"/>
              </a:lnTo>
              <a:lnTo>
                <a:pt x="230098" y="4254463"/>
              </a:lnTo>
            </a:path>
          </a:pathLst>
        </a:custGeom>
        <a:noFill/>
        <a:ln w="285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5B61482-6416-4076-8E39-F807282DF1A6}">
      <dsp:nvSpPr>
        <dsp:cNvPr id="0" name=""/>
        <dsp:cNvSpPr/>
      </dsp:nvSpPr>
      <dsp:spPr>
        <a:xfrm>
          <a:off x="155783" y="1710142"/>
          <a:ext cx="230098" cy="3246984"/>
        </a:xfrm>
        <a:custGeom>
          <a:avLst/>
          <a:gdLst/>
          <a:ahLst/>
          <a:cxnLst/>
          <a:rect l="0" t="0" r="0" b="0"/>
          <a:pathLst>
            <a:path>
              <a:moveTo>
                <a:pt x="0" y="0"/>
              </a:moveTo>
              <a:lnTo>
                <a:pt x="0" y="3246984"/>
              </a:lnTo>
              <a:lnTo>
                <a:pt x="230098" y="3246984"/>
              </a:lnTo>
            </a:path>
          </a:pathLst>
        </a:custGeom>
        <a:noFill/>
        <a:ln w="285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CB5B920-1437-4F5C-92B4-117AEF48EC12}">
      <dsp:nvSpPr>
        <dsp:cNvPr id="0" name=""/>
        <dsp:cNvSpPr/>
      </dsp:nvSpPr>
      <dsp:spPr>
        <a:xfrm>
          <a:off x="155783" y="1710142"/>
          <a:ext cx="230098" cy="2239504"/>
        </a:xfrm>
        <a:custGeom>
          <a:avLst/>
          <a:gdLst/>
          <a:ahLst/>
          <a:cxnLst/>
          <a:rect l="0" t="0" r="0" b="0"/>
          <a:pathLst>
            <a:path>
              <a:moveTo>
                <a:pt x="0" y="0"/>
              </a:moveTo>
              <a:lnTo>
                <a:pt x="0" y="2239504"/>
              </a:lnTo>
              <a:lnTo>
                <a:pt x="230098" y="2239504"/>
              </a:lnTo>
            </a:path>
          </a:pathLst>
        </a:custGeom>
        <a:noFill/>
        <a:ln w="285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DE86A1E-818C-4E00-A728-0C96555A30F5}">
      <dsp:nvSpPr>
        <dsp:cNvPr id="0" name=""/>
        <dsp:cNvSpPr/>
      </dsp:nvSpPr>
      <dsp:spPr>
        <a:xfrm>
          <a:off x="155783" y="1710142"/>
          <a:ext cx="230098" cy="1393734"/>
        </a:xfrm>
        <a:custGeom>
          <a:avLst/>
          <a:gdLst/>
          <a:ahLst/>
          <a:cxnLst/>
          <a:rect l="0" t="0" r="0" b="0"/>
          <a:pathLst>
            <a:path>
              <a:moveTo>
                <a:pt x="0" y="0"/>
              </a:moveTo>
              <a:lnTo>
                <a:pt x="0" y="1393734"/>
              </a:lnTo>
              <a:lnTo>
                <a:pt x="230098" y="1393734"/>
              </a:lnTo>
            </a:path>
          </a:pathLst>
        </a:custGeom>
        <a:noFill/>
        <a:ln w="285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8302DF3-DE7D-437B-82FC-5EC6468F14E7}">
      <dsp:nvSpPr>
        <dsp:cNvPr id="0" name=""/>
        <dsp:cNvSpPr/>
      </dsp:nvSpPr>
      <dsp:spPr>
        <a:xfrm>
          <a:off x="155783" y="1710142"/>
          <a:ext cx="230098" cy="547963"/>
        </a:xfrm>
        <a:custGeom>
          <a:avLst/>
          <a:gdLst/>
          <a:ahLst/>
          <a:cxnLst/>
          <a:rect l="0" t="0" r="0" b="0"/>
          <a:pathLst>
            <a:path>
              <a:moveTo>
                <a:pt x="0" y="0"/>
              </a:moveTo>
              <a:lnTo>
                <a:pt x="0" y="547963"/>
              </a:lnTo>
              <a:lnTo>
                <a:pt x="230098" y="547963"/>
              </a:lnTo>
            </a:path>
          </a:pathLst>
        </a:custGeom>
        <a:noFill/>
        <a:ln w="285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693B11A-4FF9-4395-85B2-3F30B571C3C2}">
      <dsp:nvSpPr>
        <dsp:cNvPr id="0" name=""/>
        <dsp:cNvSpPr/>
      </dsp:nvSpPr>
      <dsp:spPr>
        <a:xfrm>
          <a:off x="769379" y="669904"/>
          <a:ext cx="3587104" cy="250157"/>
        </a:xfrm>
        <a:custGeom>
          <a:avLst/>
          <a:gdLst/>
          <a:ahLst/>
          <a:cxnLst/>
          <a:rect l="0" t="0" r="0" b="0"/>
          <a:pathLst>
            <a:path>
              <a:moveTo>
                <a:pt x="3587104" y="0"/>
              </a:moveTo>
              <a:lnTo>
                <a:pt x="3587104" y="125078"/>
              </a:lnTo>
              <a:lnTo>
                <a:pt x="0" y="125078"/>
              </a:lnTo>
              <a:lnTo>
                <a:pt x="0" y="250157"/>
              </a:lnTo>
            </a:path>
          </a:pathLst>
        </a:custGeom>
        <a:noFill/>
        <a:ln w="28575" cap="flat" cmpd="sng" algn="ctr">
          <a:solidFill>
            <a:schemeClr val="accent3">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972A7D-851D-4CD9-89C5-1F48E5202094}">
      <dsp:nvSpPr>
        <dsp:cNvPr id="0" name=""/>
        <dsp:cNvSpPr/>
      </dsp:nvSpPr>
      <dsp:spPr>
        <a:xfrm>
          <a:off x="1944215" y="74291"/>
          <a:ext cx="4824536" cy="595612"/>
        </a:xfrm>
        <a:prstGeom prst="rect">
          <a:avLst/>
        </a:prstGeom>
        <a:gradFill rotWithShape="0">
          <a:gsLst>
            <a:gs pos="0">
              <a:schemeClr val="accent3">
                <a:alpha val="80000"/>
                <a:hueOff val="0"/>
                <a:satOff val="0"/>
                <a:lumOff val="0"/>
                <a:alphaOff val="0"/>
                <a:tint val="50000"/>
                <a:satMod val="300000"/>
              </a:schemeClr>
            </a:gs>
            <a:gs pos="35000">
              <a:schemeClr val="accent3">
                <a:alpha val="80000"/>
                <a:hueOff val="0"/>
                <a:satOff val="0"/>
                <a:lumOff val="0"/>
                <a:alphaOff val="0"/>
                <a:tint val="37000"/>
                <a:satMod val="300000"/>
              </a:schemeClr>
            </a:gs>
            <a:gs pos="100000">
              <a:schemeClr val="accent3">
                <a:alpha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ru-RU" sz="1800" b="1" kern="1200" dirty="0" smtClean="0"/>
            <a:t>Интеллектуальные информационные системы</a:t>
          </a:r>
        </a:p>
      </dsp:txBody>
      <dsp:txXfrm>
        <a:off x="1944215" y="74291"/>
        <a:ext cx="4824536" cy="595612"/>
      </dsp:txXfrm>
    </dsp:sp>
    <dsp:sp modelId="{AC1A128A-E772-466F-92D4-01DBFFA4947E}">
      <dsp:nvSpPr>
        <dsp:cNvPr id="0" name=""/>
        <dsp:cNvSpPr/>
      </dsp:nvSpPr>
      <dsp:spPr>
        <a:xfrm>
          <a:off x="2384" y="920061"/>
          <a:ext cx="1533989" cy="790080"/>
        </a:xfrm>
        <a:prstGeom prst="rect">
          <a:avLst/>
        </a:prstGeom>
        <a:gradFill rotWithShape="0">
          <a:gsLst>
            <a:gs pos="0">
              <a:schemeClr val="accent3">
                <a:alpha val="70000"/>
                <a:hueOff val="0"/>
                <a:satOff val="0"/>
                <a:lumOff val="0"/>
                <a:alphaOff val="0"/>
                <a:tint val="50000"/>
                <a:satMod val="300000"/>
              </a:schemeClr>
            </a:gs>
            <a:gs pos="35000">
              <a:schemeClr val="accent3">
                <a:alpha val="70000"/>
                <a:hueOff val="0"/>
                <a:satOff val="0"/>
                <a:lumOff val="0"/>
                <a:alphaOff val="0"/>
                <a:tint val="37000"/>
                <a:satMod val="300000"/>
              </a:schemeClr>
            </a:gs>
            <a:gs pos="100000">
              <a:schemeClr val="accent3">
                <a:alpha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rtl="0">
            <a:lnSpc>
              <a:spcPct val="90000"/>
            </a:lnSpc>
            <a:spcBef>
              <a:spcPct val="0"/>
            </a:spcBef>
            <a:spcAft>
              <a:spcPct val="35000"/>
            </a:spcAft>
          </a:pPr>
          <a:r>
            <a:rPr lang="ru-RU" sz="1600" kern="1200" dirty="0" smtClean="0">
              <a:effectLst>
                <a:outerShdw blurRad="38100" dist="38100" dir="2700000" algn="tl">
                  <a:srgbClr val="000000">
                    <a:alpha val="43137"/>
                  </a:srgbClr>
                </a:outerShdw>
              </a:effectLst>
            </a:rPr>
            <a:t>Управление и справочные системы</a:t>
          </a:r>
        </a:p>
      </dsp:txBody>
      <dsp:txXfrm>
        <a:off x="2384" y="920061"/>
        <a:ext cx="1533989" cy="790080"/>
      </dsp:txXfrm>
    </dsp:sp>
    <dsp:sp modelId="{C2C14C46-24E6-4AEE-B3CF-22361CACB76D}">
      <dsp:nvSpPr>
        <dsp:cNvPr id="0" name=""/>
        <dsp:cNvSpPr/>
      </dsp:nvSpPr>
      <dsp:spPr>
        <a:xfrm>
          <a:off x="385881" y="1960299"/>
          <a:ext cx="1191225" cy="595612"/>
        </a:xfrm>
        <a:prstGeom prst="rect">
          <a:avLst/>
        </a:prstGeom>
        <a:gradFill rotWithShape="0">
          <a:gsLst>
            <a:gs pos="0">
              <a:schemeClr val="accent3">
                <a:alpha val="50000"/>
                <a:hueOff val="0"/>
                <a:satOff val="0"/>
                <a:lumOff val="0"/>
                <a:alphaOff val="0"/>
                <a:tint val="50000"/>
                <a:satMod val="300000"/>
              </a:schemeClr>
            </a:gs>
            <a:gs pos="35000">
              <a:schemeClr val="accent3">
                <a:alpha val="50000"/>
                <a:hueOff val="0"/>
                <a:satOff val="0"/>
                <a:lumOff val="0"/>
                <a:alphaOff val="0"/>
                <a:tint val="37000"/>
                <a:satMod val="300000"/>
              </a:schemeClr>
            </a:gs>
            <a:gs pos="100000">
              <a:schemeClr val="accent3">
                <a:alpha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ru-RU" sz="1400" kern="1200" dirty="0" smtClean="0"/>
            <a:t>Системы поддержки </a:t>
          </a:r>
          <a:br>
            <a:rPr lang="ru-RU" sz="1400" kern="1200" dirty="0" smtClean="0"/>
          </a:br>
          <a:r>
            <a:rPr lang="ru-RU" sz="1400" kern="1200" dirty="0" smtClean="0"/>
            <a:t>принятия решений</a:t>
          </a:r>
        </a:p>
      </dsp:txBody>
      <dsp:txXfrm>
        <a:off x="385881" y="1960299"/>
        <a:ext cx="1191225" cy="595612"/>
      </dsp:txXfrm>
    </dsp:sp>
    <dsp:sp modelId="{EF635200-9312-43C1-8DBB-7B604D616EB9}">
      <dsp:nvSpPr>
        <dsp:cNvPr id="0" name=""/>
        <dsp:cNvSpPr/>
      </dsp:nvSpPr>
      <dsp:spPr>
        <a:xfrm>
          <a:off x="385881" y="2806070"/>
          <a:ext cx="1191225" cy="595612"/>
        </a:xfrm>
        <a:prstGeom prst="rect">
          <a:avLst/>
        </a:prstGeom>
        <a:gradFill rotWithShape="0">
          <a:gsLst>
            <a:gs pos="0">
              <a:schemeClr val="accent3">
                <a:alpha val="50000"/>
                <a:hueOff val="0"/>
                <a:satOff val="0"/>
                <a:lumOff val="0"/>
                <a:alphaOff val="0"/>
                <a:tint val="50000"/>
                <a:satMod val="300000"/>
              </a:schemeClr>
            </a:gs>
            <a:gs pos="35000">
              <a:schemeClr val="accent3">
                <a:alpha val="50000"/>
                <a:hueOff val="0"/>
                <a:satOff val="0"/>
                <a:lumOff val="0"/>
                <a:alphaOff val="0"/>
                <a:tint val="37000"/>
                <a:satMod val="300000"/>
              </a:schemeClr>
            </a:gs>
            <a:gs pos="100000">
              <a:schemeClr val="accent3">
                <a:alpha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ru-RU" sz="1400" kern="1200" dirty="0" smtClean="0"/>
            <a:t>Экспертные системы</a:t>
          </a:r>
        </a:p>
      </dsp:txBody>
      <dsp:txXfrm>
        <a:off x="385881" y="2806070"/>
        <a:ext cx="1191225" cy="595612"/>
      </dsp:txXfrm>
    </dsp:sp>
    <dsp:sp modelId="{2EE170BA-AB81-4F81-82DF-0D03D8693A13}">
      <dsp:nvSpPr>
        <dsp:cNvPr id="0" name=""/>
        <dsp:cNvSpPr/>
      </dsp:nvSpPr>
      <dsp:spPr>
        <a:xfrm>
          <a:off x="385881" y="3651840"/>
          <a:ext cx="1191225" cy="595612"/>
        </a:xfrm>
        <a:prstGeom prst="rect">
          <a:avLst/>
        </a:prstGeom>
        <a:gradFill rotWithShape="0">
          <a:gsLst>
            <a:gs pos="0">
              <a:schemeClr val="accent3">
                <a:alpha val="50000"/>
                <a:hueOff val="0"/>
                <a:satOff val="0"/>
                <a:lumOff val="0"/>
                <a:alphaOff val="0"/>
                <a:tint val="50000"/>
                <a:satMod val="300000"/>
              </a:schemeClr>
            </a:gs>
            <a:gs pos="35000">
              <a:schemeClr val="accent3">
                <a:alpha val="50000"/>
                <a:hueOff val="0"/>
                <a:satOff val="0"/>
                <a:lumOff val="0"/>
                <a:alphaOff val="0"/>
                <a:tint val="37000"/>
                <a:satMod val="300000"/>
              </a:schemeClr>
            </a:gs>
            <a:gs pos="100000">
              <a:schemeClr val="accent3">
                <a:alpha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ru-RU" sz="1400" kern="1200" dirty="0" smtClean="0"/>
            <a:t>Вопросно-ответные </a:t>
          </a:r>
          <a:br>
            <a:rPr lang="ru-RU" sz="1400" kern="1200" dirty="0" smtClean="0"/>
          </a:br>
          <a:r>
            <a:rPr lang="ru-RU" sz="1400" kern="1200" dirty="0" smtClean="0"/>
            <a:t>системы</a:t>
          </a:r>
        </a:p>
      </dsp:txBody>
      <dsp:txXfrm>
        <a:off x="385881" y="3651840"/>
        <a:ext cx="1191225" cy="595612"/>
      </dsp:txXfrm>
    </dsp:sp>
    <dsp:sp modelId="{53FF81C4-1B07-4867-85E9-E7BFA1D8BE29}">
      <dsp:nvSpPr>
        <dsp:cNvPr id="0" name=""/>
        <dsp:cNvSpPr/>
      </dsp:nvSpPr>
      <dsp:spPr>
        <a:xfrm>
          <a:off x="385881" y="4497611"/>
          <a:ext cx="1157466" cy="919030"/>
        </a:xfrm>
        <a:prstGeom prst="rect">
          <a:avLst/>
        </a:prstGeom>
        <a:gradFill rotWithShape="0">
          <a:gsLst>
            <a:gs pos="0">
              <a:schemeClr val="accent3">
                <a:alpha val="50000"/>
                <a:hueOff val="0"/>
                <a:satOff val="0"/>
                <a:lumOff val="0"/>
                <a:alphaOff val="0"/>
                <a:tint val="50000"/>
                <a:satMod val="300000"/>
              </a:schemeClr>
            </a:gs>
            <a:gs pos="35000">
              <a:schemeClr val="accent3">
                <a:alpha val="50000"/>
                <a:hueOff val="0"/>
                <a:satOff val="0"/>
                <a:lumOff val="0"/>
                <a:alphaOff val="0"/>
                <a:tint val="37000"/>
                <a:satMod val="300000"/>
              </a:schemeClr>
            </a:gs>
            <a:gs pos="100000">
              <a:schemeClr val="accent3">
                <a:alpha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ru-RU" sz="1400" kern="1200" dirty="0" err="1" smtClean="0"/>
            <a:t>Автоматизи</a:t>
          </a:r>
          <a:endParaRPr lang="ru-RU" sz="1400" kern="1200" dirty="0" smtClean="0"/>
        </a:p>
        <a:p>
          <a:pPr lvl="0" algn="ctr" defTabSz="622300" rtl="0">
            <a:lnSpc>
              <a:spcPct val="90000"/>
            </a:lnSpc>
            <a:spcBef>
              <a:spcPct val="0"/>
            </a:spcBef>
            <a:spcAft>
              <a:spcPct val="35000"/>
            </a:spcAft>
          </a:pPr>
          <a:r>
            <a:rPr lang="ru-RU" sz="1400" kern="1200" dirty="0" err="1" smtClean="0"/>
            <a:t>рованные</a:t>
          </a:r>
          <a:r>
            <a:rPr lang="ru-RU" sz="1400" kern="1200" dirty="0" smtClean="0"/>
            <a:t> </a:t>
          </a:r>
          <a:br>
            <a:rPr lang="ru-RU" sz="1400" kern="1200" dirty="0" smtClean="0"/>
          </a:br>
          <a:r>
            <a:rPr lang="ru-RU" sz="1400" kern="1200" dirty="0" smtClean="0"/>
            <a:t>системы управления</a:t>
          </a:r>
        </a:p>
      </dsp:txBody>
      <dsp:txXfrm>
        <a:off x="385881" y="4497611"/>
        <a:ext cx="1157466" cy="919030"/>
      </dsp:txXfrm>
    </dsp:sp>
    <dsp:sp modelId="{AC789BCF-9E9D-4EC7-B1D2-F0C9D387A29F}">
      <dsp:nvSpPr>
        <dsp:cNvPr id="0" name=""/>
        <dsp:cNvSpPr/>
      </dsp:nvSpPr>
      <dsp:spPr>
        <a:xfrm>
          <a:off x="385881" y="5666799"/>
          <a:ext cx="1191225" cy="595612"/>
        </a:xfrm>
        <a:prstGeom prst="rect">
          <a:avLst/>
        </a:prstGeom>
        <a:gradFill rotWithShape="0">
          <a:gsLst>
            <a:gs pos="0">
              <a:schemeClr val="accent3">
                <a:alpha val="50000"/>
                <a:hueOff val="0"/>
                <a:satOff val="0"/>
                <a:lumOff val="0"/>
                <a:alphaOff val="0"/>
                <a:tint val="50000"/>
                <a:satMod val="300000"/>
              </a:schemeClr>
            </a:gs>
            <a:gs pos="35000">
              <a:schemeClr val="accent3">
                <a:alpha val="50000"/>
                <a:hueOff val="0"/>
                <a:satOff val="0"/>
                <a:lumOff val="0"/>
                <a:alphaOff val="0"/>
                <a:tint val="37000"/>
                <a:satMod val="300000"/>
              </a:schemeClr>
            </a:gs>
            <a:gs pos="100000">
              <a:schemeClr val="accent3">
                <a:alpha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ru-RU" sz="1400" kern="1200" dirty="0" smtClean="0"/>
            <a:t>Обучающие системы </a:t>
          </a:r>
        </a:p>
      </dsp:txBody>
      <dsp:txXfrm>
        <a:off x="385881" y="5666799"/>
        <a:ext cx="1191225" cy="595612"/>
      </dsp:txXfrm>
    </dsp:sp>
    <dsp:sp modelId="{58AA99D6-9CCF-4B8F-8672-F06C368877C4}">
      <dsp:nvSpPr>
        <dsp:cNvPr id="0" name=""/>
        <dsp:cNvSpPr/>
      </dsp:nvSpPr>
      <dsp:spPr>
        <a:xfrm>
          <a:off x="1786531" y="920061"/>
          <a:ext cx="1440299" cy="595612"/>
        </a:xfrm>
        <a:prstGeom prst="rect">
          <a:avLst/>
        </a:prstGeom>
        <a:gradFill rotWithShape="0">
          <a:gsLst>
            <a:gs pos="0">
              <a:schemeClr val="accent3">
                <a:alpha val="70000"/>
                <a:hueOff val="0"/>
                <a:satOff val="0"/>
                <a:lumOff val="0"/>
                <a:alphaOff val="0"/>
                <a:tint val="50000"/>
                <a:satMod val="300000"/>
              </a:schemeClr>
            </a:gs>
            <a:gs pos="35000">
              <a:schemeClr val="accent3">
                <a:alpha val="70000"/>
                <a:hueOff val="0"/>
                <a:satOff val="0"/>
                <a:lumOff val="0"/>
                <a:alphaOff val="0"/>
                <a:tint val="37000"/>
                <a:satMod val="300000"/>
              </a:schemeClr>
            </a:gs>
            <a:gs pos="100000">
              <a:schemeClr val="accent3">
                <a:alpha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rtl="0">
            <a:lnSpc>
              <a:spcPct val="90000"/>
            </a:lnSpc>
            <a:spcBef>
              <a:spcPct val="0"/>
            </a:spcBef>
            <a:spcAft>
              <a:spcPct val="35000"/>
            </a:spcAft>
          </a:pPr>
          <a:r>
            <a:rPr lang="ru-RU" sz="1600" kern="1200" dirty="0" smtClean="0">
              <a:effectLst>
                <a:outerShdw blurRad="38100" dist="38100" dir="2700000" algn="tl">
                  <a:srgbClr val="000000">
                    <a:alpha val="43137"/>
                  </a:srgbClr>
                </a:outerShdw>
              </a:effectLst>
            </a:rPr>
            <a:t>Компьютерная лингвистика</a:t>
          </a:r>
        </a:p>
      </dsp:txBody>
      <dsp:txXfrm>
        <a:off x="1786531" y="920061"/>
        <a:ext cx="1440299" cy="595612"/>
      </dsp:txXfrm>
    </dsp:sp>
    <dsp:sp modelId="{904270A0-F6E2-4DED-BDF5-8BF57B2617F8}">
      <dsp:nvSpPr>
        <dsp:cNvPr id="0" name=""/>
        <dsp:cNvSpPr/>
      </dsp:nvSpPr>
      <dsp:spPr>
        <a:xfrm>
          <a:off x="2146605" y="1765832"/>
          <a:ext cx="1191225" cy="595612"/>
        </a:xfrm>
        <a:prstGeom prst="rect">
          <a:avLst/>
        </a:prstGeom>
        <a:gradFill rotWithShape="0">
          <a:gsLst>
            <a:gs pos="0">
              <a:schemeClr val="accent3">
                <a:alpha val="50000"/>
                <a:hueOff val="0"/>
                <a:satOff val="0"/>
                <a:lumOff val="0"/>
                <a:alphaOff val="0"/>
                <a:tint val="50000"/>
                <a:satMod val="300000"/>
              </a:schemeClr>
            </a:gs>
            <a:gs pos="35000">
              <a:schemeClr val="accent3">
                <a:alpha val="50000"/>
                <a:hueOff val="0"/>
                <a:satOff val="0"/>
                <a:lumOff val="0"/>
                <a:alphaOff val="0"/>
                <a:tint val="37000"/>
                <a:satMod val="300000"/>
              </a:schemeClr>
            </a:gs>
            <a:gs pos="100000">
              <a:schemeClr val="accent3">
                <a:alpha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ru-RU" sz="1400" kern="1200" dirty="0" smtClean="0"/>
            <a:t>Системы машинного </a:t>
          </a:r>
          <a:br>
            <a:rPr lang="ru-RU" sz="1400" kern="1200" dirty="0" smtClean="0"/>
          </a:br>
          <a:r>
            <a:rPr lang="ru-RU" sz="1400" kern="1200" dirty="0" smtClean="0"/>
            <a:t>перевода</a:t>
          </a:r>
        </a:p>
      </dsp:txBody>
      <dsp:txXfrm>
        <a:off x="2146605" y="1765832"/>
        <a:ext cx="1191225" cy="595612"/>
      </dsp:txXfrm>
    </dsp:sp>
    <dsp:sp modelId="{081F5FE1-621B-4BF7-A3B6-5ECDE195F5AA}">
      <dsp:nvSpPr>
        <dsp:cNvPr id="0" name=""/>
        <dsp:cNvSpPr/>
      </dsp:nvSpPr>
      <dsp:spPr>
        <a:xfrm>
          <a:off x="2146605" y="2611602"/>
          <a:ext cx="1191225" cy="595612"/>
        </a:xfrm>
        <a:prstGeom prst="rect">
          <a:avLst/>
        </a:prstGeom>
        <a:gradFill rotWithShape="0">
          <a:gsLst>
            <a:gs pos="0">
              <a:schemeClr val="accent3">
                <a:alpha val="50000"/>
                <a:hueOff val="0"/>
                <a:satOff val="0"/>
                <a:lumOff val="0"/>
                <a:alphaOff val="0"/>
                <a:tint val="50000"/>
                <a:satMod val="300000"/>
              </a:schemeClr>
            </a:gs>
            <a:gs pos="35000">
              <a:schemeClr val="accent3">
                <a:alpha val="50000"/>
                <a:hueOff val="0"/>
                <a:satOff val="0"/>
                <a:lumOff val="0"/>
                <a:alphaOff val="0"/>
                <a:tint val="37000"/>
                <a:satMod val="300000"/>
              </a:schemeClr>
            </a:gs>
            <a:gs pos="100000">
              <a:schemeClr val="accent3">
                <a:alpha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ru-RU" sz="1400" kern="1200" dirty="0" smtClean="0"/>
            <a:t>Системы распознавания речи  </a:t>
          </a:r>
        </a:p>
      </dsp:txBody>
      <dsp:txXfrm>
        <a:off x="2146605" y="2611602"/>
        <a:ext cx="1191225" cy="595612"/>
      </dsp:txXfrm>
    </dsp:sp>
    <dsp:sp modelId="{0AEE17E0-6236-4A21-845B-81F19B4B6255}">
      <dsp:nvSpPr>
        <dsp:cNvPr id="0" name=""/>
        <dsp:cNvSpPr/>
      </dsp:nvSpPr>
      <dsp:spPr>
        <a:xfrm>
          <a:off x="2146605" y="3457373"/>
          <a:ext cx="1191225" cy="595612"/>
        </a:xfrm>
        <a:prstGeom prst="rect">
          <a:avLst/>
        </a:prstGeom>
        <a:gradFill rotWithShape="0">
          <a:gsLst>
            <a:gs pos="0">
              <a:schemeClr val="accent3">
                <a:alpha val="50000"/>
                <a:hueOff val="0"/>
                <a:satOff val="0"/>
                <a:lumOff val="0"/>
                <a:alphaOff val="0"/>
                <a:tint val="50000"/>
                <a:satMod val="300000"/>
              </a:schemeClr>
            </a:gs>
            <a:gs pos="35000">
              <a:schemeClr val="accent3">
                <a:alpha val="50000"/>
                <a:hueOff val="0"/>
                <a:satOff val="0"/>
                <a:lumOff val="0"/>
                <a:alphaOff val="0"/>
                <a:tint val="37000"/>
                <a:satMod val="300000"/>
              </a:schemeClr>
            </a:gs>
            <a:gs pos="100000">
              <a:schemeClr val="accent3">
                <a:alpha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ru-RU" sz="1400" kern="1200" dirty="0" smtClean="0"/>
            <a:t>Системы синтеза речи</a:t>
          </a:r>
        </a:p>
      </dsp:txBody>
      <dsp:txXfrm>
        <a:off x="2146605" y="3457373"/>
        <a:ext cx="1191225" cy="595612"/>
      </dsp:txXfrm>
    </dsp:sp>
    <dsp:sp modelId="{CE9267AB-85FD-47B0-BD68-45502FCFAF76}">
      <dsp:nvSpPr>
        <dsp:cNvPr id="0" name=""/>
        <dsp:cNvSpPr/>
      </dsp:nvSpPr>
      <dsp:spPr>
        <a:xfrm>
          <a:off x="2146605" y="4303143"/>
          <a:ext cx="1482671" cy="595612"/>
        </a:xfrm>
        <a:prstGeom prst="rect">
          <a:avLst/>
        </a:prstGeom>
        <a:gradFill rotWithShape="0">
          <a:gsLst>
            <a:gs pos="0">
              <a:schemeClr val="accent3">
                <a:alpha val="50000"/>
                <a:hueOff val="0"/>
                <a:satOff val="0"/>
                <a:lumOff val="0"/>
                <a:alphaOff val="0"/>
                <a:tint val="50000"/>
                <a:satMod val="300000"/>
              </a:schemeClr>
            </a:gs>
            <a:gs pos="35000">
              <a:schemeClr val="accent3">
                <a:alpha val="50000"/>
                <a:hueOff val="0"/>
                <a:satOff val="0"/>
                <a:lumOff val="0"/>
                <a:alphaOff val="0"/>
                <a:tint val="37000"/>
                <a:satMod val="300000"/>
              </a:schemeClr>
            </a:gs>
            <a:gs pos="100000">
              <a:schemeClr val="accent3">
                <a:alpha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ru-RU" sz="1400" kern="1200" dirty="0" smtClean="0"/>
            <a:t>Системы реферирования </a:t>
          </a:r>
          <a:br>
            <a:rPr lang="ru-RU" sz="1400" kern="1200" dirty="0" smtClean="0"/>
          </a:br>
          <a:r>
            <a:rPr lang="ru-RU" sz="1400" kern="1200" dirty="0" smtClean="0"/>
            <a:t>текстов</a:t>
          </a:r>
        </a:p>
      </dsp:txBody>
      <dsp:txXfrm>
        <a:off x="2146605" y="4303143"/>
        <a:ext cx="1482671" cy="595612"/>
      </dsp:txXfrm>
    </dsp:sp>
    <dsp:sp modelId="{B5A80D35-844E-4A36-9413-62BB64A362CC}">
      <dsp:nvSpPr>
        <dsp:cNvPr id="0" name=""/>
        <dsp:cNvSpPr/>
      </dsp:nvSpPr>
      <dsp:spPr>
        <a:xfrm>
          <a:off x="2146605" y="5148914"/>
          <a:ext cx="1191225" cy="595612"/>
        </a:xfrm>
        <a:prstGeom prst="rect">
          <a:avLst/>
        </a:prstGeom>
        <a:gradFill rotWithShape="0">
          <a:gsLst>
            <a:gs pos="0">
              <a:schemeClr val="accent3">
                <a:alpha val="50000"/>
                <a:hueOff val="0"/>
                <a:satOff val="0"/>
                <a:lumOff val="0"/>
                <a:alphaOff val="0"/>
                <a:tint val="50000"/>
                <a:satMod val="300000"/>
              </a:schemeClr>
            </a:gs>
            <a:gs pos="35000">
              <a:schemeClr val="accent3">
                <a:alpha val="50000"/>
                <a:hueOff val="0"/>
                <a:satOff val="0"/>
                <a:lumOff val="0"/>
                <a:alphaOff val="0"/>
                <a:tint val="37000"/>
                <a:satMod val="300000"/>
              </a:schemeClr>
            </a:gs>
            <a:gs pos="100000">
              <a:schemeClr val="accent3">
                <a:alpha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ru-RU" sz="1400" kern="1200" dirty="0" smtClean="0"/>
            <a:t>Естественно-языковые </a:t>
          </a:r>
          <a:br>
            <a:rPr lang="ru-RU" sz="1400" kern="1200" dirty="0" smtClean="0"/>
          </a:br>
          <a:r>
            <a:rPr lang="ru-RU" sz="1400" kern="1200" dirty="0" smtClean="0"/>
            <a:t>интерфейсы</a:t>
          </a:r>
        </a:p>
      </dsp:txBody>
      <dsp:txXfrm>
        <a:off x="2146605" y="5148914"/>
        <a:ext cx="1191225" cy="595612"/>
      </dsp:txXfrm>
    </dsp:sp>
    <dsp:sp modelId="{0566DBCC-E165-40FE-AFF9-45A0F42E84D5}">
      <dsp:nvSpPr>
        <dsp:cNvPr id="0" name=""/>
        <dsp:cNvSpPr/>
      </dsp:nvSpPr>
      <dsp:spPr>
        <a:xfrm>
          <a:off x="3521003" y="920061"/>
          <a:ext cx="1433723" cy="595612"/>
        </a:xfrm>
        <a:prstGeom prst="rect">
          <a:avLst/>
        </a:prstGeom>
        <a:gradFill rotWithShape="0">
          <a:gsLst>
            <a:gs pos="0">
              <a:schemeClr val="accent3">
                <a:alpha val="70000"/>
                <a:hueOff val="0"/>
                <a:satOff val="0"/>
                <a:lumOff val="0"/>
                <a:alphaOff val="0"/>
                <a:tint val="50000"/>
                <a:satMod val="300000"/>
              </a:schemeClr>
            </a:gs>
            <a:gs pos="35000">
              <a:schemeClr val="accent3">
                <a:alpha val="70000"/>
                <a:hueOff val="0"/>
                <a:satOff val="0"/>
                <a:lumOff val="0"/>
                <a:alphaOff val="0"/>
                <a:tint val="37000"/>
                <a:satMod val="300000"/>
              </a:schemeClr>
            </a:gs>
            <a:gs pos="100000">
              <a:schemeClr val="accent3">
                <a:alpha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rtl="0">
            <a:lnSpc>
              <a:spcPct val="90000"/>
            </a:lnSpc>
            <a:spcBef>
              <a:spcPct val="0"/>
            </a:spcBef>
            <a:spcAft>
              <a:spcPct val="35000"/>
            </a:spcAft>
          </a:pPr>
          <a:r>
            <a:rPr lang="ru-RU" sz="1600" kern="1200" dirty="0" smtClean="0">
              <a:effectLst>
                <a:outerShdw blurRad="38100" dist="38100" dir="2700000" algn="tl">
                  <a:srgbClr val="000000">
                    <a:alpha val="43137"/>
                  </a:srgbClr>
                </a:outerShdw>
              </a:effectLst>
            </a:rPr>
            <a:t>Распознавание образов</a:t>
          </a:r>
        </a:p>
      </dsp:txBody>
      <dsp:txXfrm>
        <a:off x="3521003" y="920061"/>
        <a:ext cx="1433723" cy="595612"/>
      </dsp:txXfrm>
    </dsp:sp>
    <dsp:sp modelId="{2AEF225B-7794-4DA6-B87A-747ACBB3B722}">
      <dsp:nvSpPr>
        <dsp:cNvPr id="0" name=""/>
        <dsp:cNvSpPr/>
      </dsp:nvSpPr>
      <dsp:spPr>
        <a:xfrm>
          <a:off x="3879434" y="1765832"/>
          <a:ext cx="1545329" cy="595612"/>
        </a:xfrm>
        <a:prstGeom prst="rect">
          <a:avLst/>
        </a:prstGeom>
        <a:gradFill rotWithShape="0">
          <a:gsLst>
            <a:gs pos="0">
              <a:schemeClr val="accent3">
                <a:alpha val="50000"/>
                <a:hueOff val="0"/>
                <a:satOff val="0"/>
                <a:lumOff val="0"/>
                <a:alphaOff val="0"/>
                <a:tint val="50000"/>
                <a:satMod val="300000"/>
              </a:schemeClr>
            </a:gs>
            <a:gs pos="35000">
              <a:schemeClr val="accent3">
                <a:alpha val="50000"/>
                <a:hueOff val="0"/>
                <a:satOff val="0"/>
                <a:lumOff val="0"/>
                <a:alphaOff val="0"/>
                <a:tint val="37000"/>
                <a:satMod val="300000"/>
              </a:schemeClr>
            </a:gs>
            <a:gs pos="100000">
              <a:schemeClr val="accent3">
                <a:alpha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ru-RU" sz="1400" kern="1200" dirty="0" smtClean="0"/>
            <a:t>Системы распознавания текста </a:t>
          </a:r>
        </a:p>
      </dsp:txBody>
      <dsp:txXfrm>
        <a:off x="3879434" y="1765832"/>
        <a:ext cx="1545329" cy="595612"/>
      </dsp:txXfrm>
    </dsp:sp>
    <dsp:sp modelId="{817CD98C-41F0-4812-A879-290D628ACBFA}">
      <dsp:nvSpPr>
        <dsp:cNvPr id="0" name=""/>
        <dsp:cNvSpPr/>
      </dsp:nvSpPr>
      <dsp:spPr>
        <a:xfrm>
          <a:off x="3879434" y="2611602"/>
          <a:ext cx="1191225" cy="868457"/>
        </a:xfrm>
        <a:prstGeom prst="rect">
          <a:avLst/>
        </a:prstGeom>
        <a:gradFill rotWithShape="0">
          <a:gsLst>
            <a:gs pos="0">
              <a:schemeClr val="accent3">
                <a:alpha val="50000"/>
                <a:hueOff val="0"/>
                <a:satOff val="0"/>
                <a:lumOff val="0"/>
                <a:alphaOff val="0"/>
                <a:tint val="50000"/>
                <a:satMod val="300000"/>
              </a:schemeClr>
            </a:gs>
            <a:gs pos="35000">
              <a:schemeClr val="accent3">
                <a:alpha val="50000"/>
                <a:hueOff val="0"/>
                <a:satOff val="0"/>
                <a:lumOff val="0"/>
                <a:alphaOff val="0"/>
                <a:tint val="37000"/>
                <a:satMod val="300000"/>
              </a:schemeClr>
            </a:gs>
            <a:gs pos="100000">
              <a:schemeClr val="accent3">
                <a:alpha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ru-RU" sz="1400" kern="1200" dirty="0" smtClean="0"/>
            <a:t>Системы идентификации (по голосу, сетчатке и т.д.)</a:t>
          </a:r>
        </a:p>
      </dsp:txBody>
      <dsp:txXfrm>
        <a:off x="3879434" y="2611602"/>
        <a:ext cx="1191225" cy="868457"/>
      </dsp:txXfrm>
    </dsp:sp>
    <dsp:sp modelId="{72460CD1-4153-4E05-8207-93C80A44F668}">
      <dsp:nvSpPr>
        <dsp:cNvPr id="0" name=""/>
        <dsp:cNvSpPr/>
      </dsp:nvSpPr>
      <dsp:spPr>
        <a:xfrm>
          <a:off x="3879434" y="3730217"/>
          <a:ext cx="1459454" cy="663131"/>
        </a:xfrm>
        <a:prstGeom prst="rect">
          <a:avLst/>
        </a:prstGeom>
        <a:gradFill rotWithShape="0">
          <a:gsLst>
            <a:gs pos="0">
              <a:schemeClr val="accent3">
                <a:alpha val="50000"/>
                <a:hueOff val="0"/>
                <a:satOff val="0"/>
                <a:lumOff val="0"/>
                <a:alphaOff val="0"/>
                <a:tint val="50000"/>
                <a:satMod val="300000"/>
              </a:schemeClr>
            </a:gs>
            <a:gs pos="35000">
              <a:schemeClr val="accent3">
                <a:alpha val="50000"/>
                <a:hueOff val="0"/>
                <a:satOff val="0"/>
                <a:lumOff val="0"/>
                <a:alphaOff val="0"/>
                <a:tint val="37000"/>
                <a:satMod val="300000"/>
              </a:schemeClr>
            </a:gs>
            <a:gs pos="100000">
              <a:schemeClr val="accent3">
                <a:alpha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ru-RU" sz="1400" kern="1200" dirty="0" smtClean="0"/>
            <a:t>Системы поиска (изображений, людей и т.д.)</a:t>
          </a:r>
        </a:p>
      </dsp:txBody>
      <dsp:txXfrm>
        <a:off x="3879434" y="3730217"/>
        <a:ext cx="1459454" cy="663131"/>
      </dsp:txXfrm>
    </dsp:sp>
    <dsp:sp modelId="{3D7CA536-5F6C-4AC7-9FDD-0AD04099016D}">
      <dsp:nvSpPr>
        <dsp:cNvPr id="0" name=""/>
        <dsp:cNvSpPr/>
      </dsp:nvSpPr>
      <dsp:spPr>
        <a:xfrm>
          <a:off x="5377115" y="920061"/>
          <a:ext cx="1191225" cy="595612"/>
        </a:xfrm>
        <a:prstGeom prst="rect">
          <a:avLst/>
        </a:prstGeom>
        <a:gradFill rotWithShape="0">
          <a:gsLst>
            <a:gs pos="0">
              <a:schemeClr val="accent3">
                <a:alpha val="70000"/>
                <a:hueOff val="0"/>
                <a:satOff val="0"/>
                <a:lumOff val="0"/>
                <a:alphaOff val="0"/>
                <a:tint val="50000"/>
                <a:satMod val="300000"/>
              </a:schemeClr>
            </a:gs>
            <a:gs pos="35000">
              <a:schemeClr val="accent3">
                <a:alpha val="70000"/>
                <a:hueOff val="0"/>
                <a:satOff val="0"/>
                <a:lumOff val="0"/>
                <a:alphaOff val="0"/>
                <a:tint val="37000"/>
                <a:satMod val="300000"/>
              </a:schemeClr>
            </a:gs>
            <a:gs pos="100000">
              <a:schemeClr val="accent3">
                <a:alpha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rtl="0">
            <a:lnSpc>
              <a:spcPct val="90000"/>
            </a:lnSpc>
            <a:spcBef>
              <a:spcPct val="0"/>
            </a:spcBef>
            <a:spcAft>
              <a:spcPct val="35000"/>
            </a:spcAft>
          </a:pPr>
          <a:r>
            <a:rPr lang="ru-RU" sz="1600" kern="1200" dirty="0" smtClean="0">
              <a:effectLst>
                <a:outerShdw blurRad="38100" dist="38100" dir="2700000" algn="tl">
                  <a:srgbClr val="000000">
                    <a:alpha val="43137"/>
                  </a:srgbClr>
                </a:outerShdw>
              </a:effectLst>
            </a:rPr>
            <a:t>Игры и творчество</a:t>
          </a:r>
        </a:p>
      </dsp:txBody>
      <dsp:txXfrm>
        <a:off x="5377115" y="920061"/>
        <a:ext cx="1191225" cy="595612"/>
      </dsp:txXfrm>
    </dsp:sp>
    <dsp:sp modelId="{19DD031C-2955-4A6B-AE73-4131B264D1E2}">
      <dsp:nvSpPr>
        <dsp:cNvPr id="0" name=""/>
        <dsp:cNvSpPr/>
      </dsp:nvSpPr>
      <dsp:spPr>
        <a:xfrm>
          <a:off x="5674921" y="1765832"/>
          <a:ext cx="1191225" cy="1167246"/>
        </a:xfrm>
        <a:prstGeom prst="rect">
          <a:avLst/>
        </a:prstGeom>
        <a:gradFill rotWithShape="0">
          <a:gsLst>
            <a:gs pos="0">
              <a:schemeClr val="accent3">
                <a:alpha val="50000"/>
                <a:hueOff val="0"/>
                <a:satOff val="0"/>
                <a:lumOff val="0"/>
                <a:alphaOff val="0"/>
                <a:tint val="50000"/>
                <a:satMod val="300000"/>
              </a:schemeClr>
            </a:gs>
            <a:gs pos="35000">
              <a:schemeClr val="accent3">
                <a:alpha val="50000"/>
                <a:hueOff val="0"/>
                <a:satOff val="0"/>
                <a:lumOff val="0"/>
                <a:alphaOff val="0"/>
                <a:tint val="37000"/>
                <a:satMod val="300000"/>
              </a:schemeClr>
            </a:gs>
            <a:gs pos="100000">
              <a:schemeClr val="accent3">
                <a:alpha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ru-RU" sz="1400" kern="1200" dirty="0" smtClean="0"/>
            <a:t>Компьютер</a:t>
          </a:r>
        </a:p>
        <a:p>
          <a:pPr lvl="0" algn="ctr" defTabSz="622300" rtl="0">
            <a:lnSpc>
              <a:spcPct val="90000"/>
            </a:lnSpc>
            <a:spcBef>
              <a:spcPct val="0"/>
            </a:spcBef>
            <a:spcAft>
              <a:spcPct val="35000"/>
            </a:spcAft>
          </a:pPr>
          <a:r>
            <a:rPr lang="ru-RU" sz="1400" kern="1200" dirty="0" err="1" smtClean="0"/>
            <a:t>ные</a:t>
          </a:r>
          <a:r>
            <a:rPr lang="ru-RU" sz="1400" kern="1200" dirty="0" smtClean="0"/>
            <a:t> игры (боты, </a:t>
          </a:r>
          <a:br>
            <a:rPr lang="ru-RU" sz="1400" kern="1200" dirty="0" smtClean="0"/>
          </a:br>
          <a:r>
            <a:rPr lang="ru-RU" sz="1400" kern="1200" dirty="0" smtClean="0"/>
            <a:t>разработки игр)</a:t>
          </a:r>
        </a:p>
      </dsp:txBody>
      <dsp:txXfrm>
        <a:off x="5674921" y="1765832"/>
        <a:ext cx="1191225" cy="1167246"/>
      </dsp:txXfrm>
    </dsp:sp>
    <dsp:sp modelId="{2ABA487D-CE65-4527-B1F8-B1870A46BF74}">
      <dsp:nvSpPr>
        <dsp:cNvPr id="0" name=""/>
        <dsp:cNvSpPr/>
      </dsp:nvSpPr>
      <dsp:spPr>
        <a:xfrm>
          <a:off x="5674921" y="3183236"/>
          <a:ext cx="1191225" cy="1167181"/>
        </a:xfrm>
        <a:prstGeom prst="rect">
          <a:avLst/>
        </a:prstGeom>
        <a:gradFill rotWithShape="0">
          <a:gsLst>
            <a:gs pos="0">
              <a:schemeClr val="accent3">
                <a:alpha val="50000"/>
                <a:hueOff val="0"/>
                <a:satOff val="0"/>
                <a:lumOff val="0"/>
                <a:alphaOff val="0"/>
                <a:tint val="50000"/>
                <a:satMod val="300000"/>
              </a:schemeClr>
            </a:gs>
            <a:gs pos="35000">
              <a:schemeClr val="accent3">
                <a:alpha val="50000"/>
                <a:hueOff val="0"/>
                <a:satOff val="0"/>
                <a:lumOff val="0"/>
                <a:alphaOff val="0"/>
                <a:tint val="37000"/>
                <a:satMod val="300000"/>
              </a:schemeClr>
            </a:gs>
            <a:gs pos="100000">
              <a:schemeClr val="accent3">
                <a:alpha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ru-RU" sz="1400" kern="1200" dirty="0" smtClean="0"/>
            <a:t>Системы генерации (музыки, </a:t>
          </a:r>
          <a:br>
            <a:rPr lang="ru-RU" sz="1400" kern="1200" dirty="0" smtClean="0"/>
          </a:br>
          <a:r>
            <a:rPr lang="ru-RU" sz="1400" kern="1200" dirty="0" smtClean="0"/>
            <a:t>текстов, изображений)</a:t>
          </a:r>
        </a:p>
      </dsp:txBody>
      <dsp:txXfrm>
        <a:off x="5674921" y="3183236"/>
        <a:ext cx="1191225" cy="1167181"/>
      </dsp:txXfrm>
    </dsp:sp>
    <dsp:sp modelId="{8CE1741E-64D6-49E7-AE96-B147571805B6}">
      <dsp:nvSpPr>
        <dsp:cNvPr id="0" name=""/>
        <dsp:cNvSpPr/>
      </dsp:nvSpPr>
      <dsp:spPr>
        <a:xfrm>
          <a:off x="6818498" y="920061"/>
          <a:ext cx="1892083" cy="675984"/>
        </a:xfrm>
        <a:prstGeom prst="rect">
          <a:avLst/>
        </a:prstGeom>
        <a:gradFill rotWithShape="0">
          <a:gsLst>
            <a:gs pos="0">
              <a:schemeClr val="accent3">
                <a:alpha val="70000"/>
                <a:hueOff val="0"/>
                <a:satOff val="0"/>
                <a:lumOff val="0"/>
                <a:alphaOff val="0"/>
                <a:tint val="50000"/>
                <a:satMod val="300000"/>
              </a:schemeClr>
            </a:gs>
            <a:gs pos="35000">
              <a:schemeClr val="accent3">
                <a:alpha val="70000"/>
                <a:hueOff val="0"/>
                <a:satOff val="0"/>
                <a:lumOff val="0"/>
                <a:alphaOff val="0"/>
                <a:tint val="37000"/>
                <a:satMod val="300000"/>
              </a:schemeClr>
            </a:gs>
            <a:gs pos="100000">
              <a:schemeClr val="accent3">
                <a:alpha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 tIns="9525" rIns="9525" bIns="9525" numCol="1" spcCol="1270" anchor="ctr" anchorCtr="0">
          <a:noAutofit/>
        </a:bodyPr>
        <a:lstStyle/>
        <a:p>
          <a:pPr lvl="0" algn="ctr" defTabSz="666750" rtl="0">
            <a:lnSpc>
              <a:spcPct val="90000"/>
            </a:lnSpc>
            <a:spcBef>
              <a:spcPct val="0"/>
            </a:spcBef>
            <a:spcAft>
              <a:spcPct val="35000"/>
            </a:spcAft>
          </a:pPr>
          <a:r>
            <a:rPr lang="ru-RU" sz="1500" kern="1200" dirty="0" smtClean="0">
              <a:effectLst>
                <a:outerShdw blurRad="38100" dist="38100" dir="2700000" algn="tl">
                  <a:srgbClr val="000000">
                    <a:alpha val="43137"/>
                  </a:srgbClr>
                </a:outerShdw>
              </a:effectLst>
            </a:rPr>
            <a:t>Системы разработки интеллектуальных систем</a:t>
          </a:r>
        </a:p>
      </dsp:txBody>
      <dsp:txXfrm>
        <a:off x="6818498" y="920061"/>
        <a:ext cx="1892083" cy="675984"/>
      </dsp:txXfrm>
    </dsp:sp>
    <dsp:sp modelId="{8658EA93-3C2D-4AF4-830F-B4FD186481E3}">
      <dsp:nvSpPr>
        <dsp:cNvPr id="0" name=""/>
        <dsp:cNvSpPr/>
      </dsp:nvSpPr>
      <dsp:spPr>
        <a:xfrm>
          <a:off x="7291519" y="1846204"/>
          <a:ext cx="1410888" cy="595612"/>
        </a:xfrm>
        <a:prstGeom prst="rect">
          <a:avLst/>
        </a:prstGeom>
        <a:gradFill rotWithShape="0">
          <a:gsLst>
            <a:gs pos="0">
              <a:schemeClr val="accent3">
                <a:alpha val="50000"/>
                <a:hueOff val="0"/>
                <a:satOff val="0"/>
                <a:lumOff val="0"/>
                <a:alphaOff val="0"/>
                <a:tint val="50000"/>
                <a:satMod val="300000"/>
              </a:schemeClr>
            </a:gs>
            <a:gs pos="35000">
              <a:schemeClr val="accent3">
                <a:alpha val="50000"/>
                <a:hueOff val="0"/>
                <a:satOff val="0"/>
                <a:lumOff val="0"/>
                <a:alphaOff val="0"/>
                <a:tint val="37000"/>
                <a:satMod val="300000"/>
              </a:schemeClr>
            </a:gs>
            <a:gs pos="100000">
              <a:schemeClr val="accent3">
                <a:alpha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ru-RU" sz="1400" kern="1200" dirty="0" smtClean="0"/>
            <a:t>Языки искусственного </a:t>
          </a:r>
          <a:br>
            <a:rPr lang="ru-RU" sz="1400" kern="1200" dirty="0" smtClean="0"/>
          </a:br>
          <a:r>
            <a:rPr lang="ru-RU" sz="1400" kern="1200" dirty="0" smtClean="0"/>
            <a:t>интеллекта</a:t>
          </a:r>
        </a:p>
      </dsp:txBody>
      <dsp:txXfrm>
        <a:off x="7291519" y="1846204"/>
        <a:ext cx="1410888" cy="595612"/>
      </dsp:txXfrm>
    </dsp:sp>
    <dsp:sp modelId="{29DA439F-D3FF-431C-BBD8-A79B0D823068}">
      <dsp:nvSpPr>
        <dsp:cNvPr id="0" name=""/>
        <dsp:cNvSpPr/>
      </dsp:nvSpPr>
      <dsp:spPr>
        <a:xfrm>
          <a:off x="7291519" y="2691974"/>
          <a:ext cx="1191225" cy="1006442"/>
        </a:xfrm>
        <a:prstGeom prst="rect">
          <a:avLst/>
        </a:prstGeom>
        <a:gradFill rotWithShape="0">
          <a:gsLst>
            <a:gs pos="0">
              <a:schemeClr val="accent3">
                <a:alpha val="50000"/>
                <a:hueOff val="0"/>
                <a:satOff val="0"/>
                <a:lumOff val="0"/>
                <a:alphaOff val="0"/>
                <a:tint val="50000"/>
                <a:satMod val="300000"/>
              </a:schemeClr>
            </a:gs>
            <a:gs pos="35000">
              <a:schemeClr val="accent3">
                <a:alpha val="50000"/>
                <a:hueOff val="0"/>
                <a:satOff val="0"/>
                <a:lumOff val="0"/>
                <a:alphaOff val="0"/>
                <a:tint val="37000"/>
                <a:satMod val="300000"/>
              </a:schemeClr>
            </a:gs>
            <a:gs pos="100000">
              <a:schemeClr val="accent3">
                <a:alpha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ru-RU" sz="1400" kern="1200" dirty="0" smtClean="0"/>
            <a:t>Аппаратно-программные платформы (архитектуры компьютера)</a:t>
          </a:r>
        </a:p>
      </dsp:txBody>
      <dsp:txXfrm>
        <a:off x="7291519" y="2691974"/>
        <a:ext cx="1191225" cy="1006442"/>
      </dsp:txXfrm>
    </dsp:sp>
    <dsp:sp modelId="{EA52590B-CFDF-40A2-AF47-DA6EC686881F}">
      <dsp:nvSpPr>
        <dsp:cNvPr id="0" name=""/>
        <dsp:cNvSpPr/>
      </dsp:nvSpPr>
      <dsp:spPr>
        <a:xfrm>
          <a:off x="7291519" y="3948575"/>
          <a:ext cx="1191225" cy="919715"/>
        </a:xfrm>
        <a:prstGeom prst="rect">
          <a:avLst/>
        </a:prstGeom>
        <a:gradFill rotWithShape="0">
          <a:gsLst>
            <a:gs pos="0">
              <a:schemeClr val="accent3">
                <a:alpha val="50000"/>
                <a:hueOff val="0"/>
                <a:satOff val="0"/>
                <a:lumOff val="0"/>
                <a:alphaOff val="0"/>
                <a:tint val="50000"/>
                <a:satMod val="300000"/>
              </a:schemeClr>
            </a:gs>
            <a:gs pos="35000">
              <a:schemeClr val="accent3">
                <a:alpha val="50000"/>
                <a:hueOff val="0"/>
                <a:satOff val="0"/>
                <a:lumOff val="0"/>
                <a:alphaOff val="0"/>
                <a:tint val="37000"/>
                <a:satMod val="300000"/>
              </a:schemeClr>
            </a:gs>
            <a:gs pos="100000">
              <a:schemeClr val="accent3">
                <a:alpha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ru-RU" sz="1400" kern="1200" dirty="0" smtClean="0"/>
            <a:t>Среды разработки </a:t>
          </a:r>
          <a:br>
            <a:rPr lang="ru-RU" sz="1400" kern="1200" dirty="0" smtClean="0"/>
          </a:br>
          <a:r>
            <a:rPr lang="ru-RU" sz="1400" kern="1200" dirty="0" smtClean="0"/>
            <a:t>интеллектуальных систем</a:t>
          </a:r>
        </a:p>
      </dsp:txBody>
      <dsp:txXfrm>
        <a:off x="7291519" y="3948575"/>
        <a:ext cx="1191225" cy="9197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DD8DED-A289-4859-BD93-C37E26008DFB}">
      <dsp:nvSpPr>
        <dsp:cNvPr id="0" name=""/>
        <dsp:cNvSpPr/>
      </dsp:nvSpPr>
      <dsp:spPr>
        <a:xfrm>
          <a:off x="4032448" y="695668"/>
          <a:ext cx="2354079" cy="290988"/>
        </a:xfrm>
        <a:custGeom>
          <a:avLst/>
          <a:gdLst/>
          <a:ahLst/>
          <a:cxnLst/>
          <a:rect l="0" t="0" r="0" b="0"/>
          <a:pathLst>
            <a:path>
              <a:moveTo>
                <a:pt x="0" y="0"/>
              </a:moveTo>
              <a:lnTo>
                <a:pt x="0" y="145494"/>
              </a:lnTo>
              <a:lnTo>
                <a:pt x="2354079" y="145494"/>
              </a:lnTo>
              <a:lnTo>
                <a:pt x="2354079" y="290988"/>
              </a:lnTo>
            </a:path>
          </a:pathLst>
        </a:custGeom>
        <a:noFill/>
        <a:ln w="28575"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5DF4FC3-D4CE-49D0-A9D0-4B3238EA1F08}">
      <dsp:nvSpPr>
        <dsp:cNvPr id="0" name=""/>
        <dsp:cNvSpPr/>
      </dsp:nvSpPr>
      <dsp:spPr>
        <a:xfrm>
          <a:off x="3440085" y="1679488"/>
          <a:ext cx="295148" cy="2781348"/>
        </a:xfrm>
        <a:custGeom>
          <a:avLst/>
          <a:gdLst/>
          <a:ahLst/>
          <a:cxnLst/>
          <a:rect l="0" t="0" r="0" b="0"/>
          <a:pathLst>
            <a:path>
              <a:moveTo>
                <a:pt x="0" y="0"/>
              </a:moveTo>
              <a:lnTo>
                <a:pt x="0" y="2781348"/>
              </a:lnTo>
              <a:lnTo>
                <a:pt x="295148" y="2781348"/>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176AE19-0E5C-4135-9628-F1E9AD43EC30}">
      <dsp:nvSpPr>
        <dsp:cNvPr id="0" name=""/>
        <dsp:cNvSpPr/>
      </dsp:nvSpPr>
      <dsp:spPr>
        <a:xfrm>
          <a:off x="3440085" y="1679488"/>
          <a:ext cx="295148" cy="1621224"/>
        </a:xfrm>
        <a:custGeom>
          <a:avLst/>
          <a:gdLst/>
          <a:ahLst/>
          <a:cxnLst/>
          <a:rect l="0" t="0" r="0" b="0"/>
          <a:pathLst>
            <a:path>
              <a:moveTo>
                <a:pt x="0" y="0"/>
              </a:moveTo>
              <a:lnTo>
                <a:pt x="0" y="1621224"/>
              </a:lnTo>
              <a:lnTo>
                <a:pt x="295148" y="1621224"/>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40C5BB-480E-49B4-A310-634CF1C98432}">
      <dsp:nvSpPr>
        <dsp:cNvPr id="0" name=""/>
        <dsp:cNvSpPr/>
      </dsp:nvSpPr>
      <dsp:spPr>
        <a:xfrm>
          <a:off x="3440085" y="1679488"/>
          <a:ext cx="295148" cy="637404"/>
        </a:xfrm>
        <a:custGeom>
          <a:avLst/>
          <a:gdLst/>
          <a:ahLst/>
          <a:cxnLst/>
          <a:rect l="0" t="0" r="0" b="0"/>
          <a:pathLst>
            <a:path>
              <a:moveTo>
                <a:pt x="0" y="0"/>
              </a:moveTo>
              <a:lnTo>
                <a:pt x="0" y="637404"/>
              </a:lnTo>
              <a:lnTo>
                <a:pt x="295148" y="637404"/>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407E216-FB2E-472C-B106-E27C45E5A6C6}">
      <dsp:nvSpPr>
        <dsp:cNvPr id="0" name=""/>
        <dsp:cNvSpPr/>
      </dsp:nvSpPr>
      <dsp:spPr>
        <a:xfrm>
          <a:off x="4032448" y="695668"/>
          <a:ext cx="194699" cy="290988"/>
        </a:xfrm>
        <a:custGeom>
          <a:avLst/>
          <a:gdLst/>
          <a:ahLst/>
          <a:cxnLst/>
          <a:rect l="0" t="0" r="0" b="0"/>
          <a:pathLst>
            <a:path>
              <a:moveTo>
                <a:pt x="0" y="0"/>
              </a:moveTo>
              <a:lnTo>
                <a:pt x="0" y="145494"/>
              </a:lnTo>
              <a:lnTo>
                <a:pt x="194699" y="145494"/>
              </a:lnTo>
              <a:lnTo>
                <a:pt x="194699" y="290988"/>
              </a:lnTo>
            </a:path>
          </a:pathLst>
        </a:custGeom>
        <a:noFill/>
        <a:ln w="28575"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1DFA65-59E1-4554-ADCC-37989FA9BC9B}">
      <dsp:nvSpPr>
        <dsp:cNvPr id="0" name=""/>
        <dsp:cNvSpPr/>
      </dsp:nvSpPr>
      <dsp:spPr>
        <a:xfrm>
          <a:off x="1009655" y="1679488"/>
          <a:ext cx="323779" cy="4019929"/>
        </a:xfrm>
        <a:custGeom>
          <a:avLst/>
          <a:gdLst/>
          <a:ahLst/>
          <a:cxnLst/>
          <a:rect l="0" t="0" r="0" b="0"/>
          <a:pathLst>
            <a:path>
              <a:moveTo>
                <a:pt x="0" y="0"/>
              </a:moveTo>
              <a:lnTo>
                <a:pt x="0" y="4019929"/>
              </a:lnTo>
              <a:lnTo>
                <a:pt x="323779" y="4019929"/>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5965989-95F2-4BEC-B391-B1A41C4C0203}">
      <dsp:nvSpPr>
        <dsp:cNvPr id="0" name=""/>
        <dsp:cNvSpPr/>
      </dsp:nvSpPr>
      <dsp:spPr>
        <a:xfrm>
          <a:off x="1009655" y="1679488"/>
          <a:ext cx="323779" cy="2820576"/>
        </a:xfrm>
        <a:custGeom>
          <a:avLst/>
          <a:gdLst/>
          <a:ahLst/>
          <a:cxnLst/>
          <a:rect l="0" t="0" r="0" b="0"/>
          <a:pathLst>
            <a:path>
              <a:moveTo>
                <a:pt x="0" y="0"/>
              </a:moveTo>
              <a:lnTo>
                <a:pt x="0" y="2820576"/>
              </a:lnTo>
              <a:lnTo>
                <a:pt x="323779" y="2820576"/>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096D755-A7D4-4E4D-B2F2-50DB08469B73}">
      <dsp:nvSpPr>
        <dsp:cNvPr id="0" name=""/>
        <dsp:cNvSpPr/>
      </dsp:nvSpPr>
      <dsp:spPr>
        <a:xfrm>
          <a:off x="1009655" y="1679488"/>
          <a:ext cx="323779" cy="1621224"/>
        </a:xfrm>
        <a:custGeom>
          <a:avLst/>
          <a:gdLst/>
          <a:ahLst/>
          <a:cxnLst/>
          <a:rect l="0" t="0" r="0" b="0"/>
          <a:pathLst>
            <a:path>
              <a:moveTo>
                <a:pt x="0" y="0"/>
              </a:moveTo>
              <a:lnTo>
                <a:pt x="0" y="1621224"/>
              </a:lnTo>
              <a:lnTo>
                <a:pt x="323779" y="1621224"/>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C7D6E7-8F5B-43D8-9EA9-135133B6A3E7}">
      <dsp:nvSpPr>
        <dsp:cNvPr id="0" name=""/>
        <dsp:cNvSpPr/>
      </dsp:nvSpPr>
      <dsp:spPr>
        <a:xfrm>
          <a:off x="1009655" y="1679488"/>
          <a:ext cx="323779" cy="637404"/>
        </a:xfrm>
        <a:custGeom>
          <a:avLst/>
          <a:gdLst/>
          <a:ahLst/>
          <a:cxnLst/>
          <a:rect l="0" t="0" r="0" b="0"/>
          <a:pathLst>
            <a:path>
              <a:moveTo>
                <a:pt x="0" y="0"/>
              </a:moveTo>
              <a:lnTo>
                <a:pt x="0" y="637404"/>
              </a:lnTo>
              <a:lnTo>
                <a:pt x="323779" y="637404"/>
              </a:lnTo>
            </a:path>
          </a:pathLst>
        </a:custGeom>
        <a:noFill/>
        <a:ln w="285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64A4F5-D25B-4BA1-87D5-DA58166F1992}">
      <dsp:nvSpPr>
        <dsp:cNvPr id="0" name=""/>
        <dsp:cNvSpPr/>
      </dsp:nvSpPr>
      <dsp:spPr>
        <a:xfrm>
          <a:off x="1873067" y="695668"/>
          <a:ext cx="2159380" cy="290988"/>
        </a:xfrm>
        <a:custGeom>
          <a:avLst/>
          <a:gdLst/>
          <a:ahLst/>
          <a:cxnLst/>
          <a:rect l="0" t="0" r="0" b="0"/>
          <a:pathLst>
            <a:path>
              <a:moveTo>
                <a:pt x="2159380" y="0"/>
              </a:moveTo>
              <a:lnTo>
                <a:pt x="2159380" y="145494"/>
              </a:lnTo>
              <a:lnTo>
                <a:pt x="0" y="145494"/>
              </a:lnTo>
              <a:lnTo>
                <a:pt x="0" y="290988"/>
              </a:lnTo>
            </a:path>
          </a:pathLst>
        </a:custGeom>
        <a:noFill/>
        <a:ln w="28575"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F4A754-EAB2-40BB-AFF0-1959B30B02F9}">
      <dsp:nvSpPr>
        <dsp:cNvPr id="0" name=""/>
        <dsp:cNvSpPr/>
      </dsp:nvSpPr>
      <dsp:spPr>
        <a:xfrm>
          <a:off x="1944214" y="2837"/>
          <a:ext cx="4176467" cy="692830"/>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R="0" lvl="0" algn="ctr" defTabSz="889000" rtl="0">
            <a:lnSpc>
              <a:spcPct val="90000"/>
            </a:lnSpc>
            <a:spcBef>
              <a:spcPct val="0"/>
            </a:spcBef>
            <a:spcAft>
              <a:spcPct val="35000"/>
            </a:spcAft>
          </a:pPr>
          <a:r>
            <a:rPr lang="ru-RU" sz="2000" b="1" i="0" u="none" strike="noStrike" kern="1200" baseline="0" dirty="0" smtClean="0">
              <a:solidFill>
                <a:schemeClr val="tx1"/>
              </a:solidFill>
              <a:effectLst/>
              <a:latin typeface="Arial Narrow" pitchFamily="34" charset="0"/>
            </a:rPr>
            <a:t>Интеллектуальные информационные системы</a:t>
          </a:r>
          <a:endParaRPr lang="ru-RU" sz="2000" strike="noStrike" kern="1200" dirty="0" smtClean="0">
            <a:solidFill>
              <a:schemeClr val="tx1"/>
            </a:solidFill>
            <a:effectLst/>
            <a:latin typeface="Arial Narrow" pitchFamily="34" charset="0"/>
          </a:endParaRPr>
        </a:p>
      </dsp:txBody>
      <dsp:txXfrm>
        <a:off x="1944214" y="2837"/>
        <a:ext cx="4176467" cy="692830"/>
      </dsp:txXfrm>
    </dsp:sp>
    <dsp:sp modelId="{3D2865E5-B503-4DE7-B492-290961427B8E}">
      <dsp:nvSpPr>
        <dsp:cNvPr id="0" name=""/>
        <dsp:cNvSpPr/>
      </dsp:nvSpPr>
      <dsp:spPr>
        <a:xfrm>
          <a:off x="793803" y="986657"/>
          <a:ext cx="2158528" cy="692830"/>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R="0" lvl="0" algn="ctr" defTabSz="800100" rtl="0">
            <a:lnSpc>
              <a:spcPct val="90000"/>
            </a:lnSpc>
            <a:spcBef>
              <a:spcPct val="0"/>
            </a:spcBef>
            <a:spcAft>
              <a:spcPct val="35000"/>
            </a:spcAft>
          </a:pPr>
          <a:r>
            <a:rPr lang="ru-RU" sz="1800" b="0" i="0" u="none" strike="noStrike" kern="1200" baseline="0" dirty="0" smtClean="0">
              <a:solidFill>
                <a:schemeClr val="tx1"/>
              </a:solidFill>
              <a:effectLst>
                <a:outerShdw blurRad="38100" dist="38100" dir="2700000" algn="tl">
                  <a:srgbClr val="000000">
                    <a:alpha val="43137"/>
                  </a:srgbClr>
                </a:outerShdw>
              </a:effectLst>
              <a:latin typeface="Arial Narrow" pitchFamily="34" charset="0"/>
            </a:rPr>
            <a:t>Жесткие</a:t>
          </a:r>
          <a:endParaRPr lang="ru-RU" sz="1800" strike="noStrike" kern="1200" dirty="0" smtClean="0">
            <a:solidFill>
              <a:schemeClr val="tx1"/>
            </a:solidFill>
            <a:effectLst>
              <a:outerShdw blurRad="38100" dist="38100" dir="2700000" algn="tl">
                <a:srgbClr val="000000">
                  <a:alpha val="43137"/>
                </a:srgbClr>
              </a:outerShdw>
            </a:effectLst>
            <a:latin typeface="Arial Narrow" pitchFamily="34" charset="0"/>
          </a:endParaRPr>
        </a:p>
      </dsp:txBody>
      <dsp:txXfrm>
        <a:off x="793803" y="986657"/>
        <a:ext cx="2158528" cy="692830"/>
      </dsp:txXfrm>
    </dsp:sp>
    <dsp:sp modelId="{F83A280C-DA73-4336-A268-86A3946CDFDC}">
      <dsp:nvSpPr>
        <dsp:cNvPr id="0" name=""/>
        <dsp:cNvSpPr/>
      </dsp:nvSpPr>
      <dsp:spPr>
        <a:xfrm>
          <a:off x="1333435" y="1970477"/>
          <a:ext cx="1385661" cy="692830"/>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R="0" lvl="0" algn="ctr" defTabSz="800100" rtl="0">
            <a:lnSpc>
              <a:spcPct val="90000"/>
            </a:lnSpc>
            <a:spcBef>
              <a:spcPct val="0"/>
            </a:spcBef>
            <a:spcAft>
              <a:spcPct val="35000"/>
            </a:spcAft>
          </a:pPr>
          <a:r>
            <a:rPr lang="ru-RU" sz="1800" b="0" i="0" u="none" strike="noStrike" kern="1200" baseline="0" dirty="0" smtClean="0">
              <a:solidFill>
                <a:schemeClr val="tx1"/>
              </a:solidFill>
              <a:effectLst/>
              <a:latin typeface="Arial Narrow" pitchFamily="34" charset="0"/>
            </a:rPr>
            <a:t>Методы лабиринтного поиска</a:t>
          </a:r>
          <a:endParaRPr lang="ru-RU" sz="1800" strike="noStrike" kern="1200" dirty="0" smtClean="0">
            <a:solidFill>
              <a:schemeClr val="tx1"/>
            </a:solidFill>
            <a:effectLst/>
            <a:latin typeface="Arial Narrow" pitchFamily="34" charset="0"/>
          </a:endParaRPr>
        </a:p>
      </dsp:txBody>
      <dsp:txXfrm>
        <a:off x="1333435" y="1970477"/>
        <a:ext cx="1385661" cy="692830"/>
      </dsp:txXfrm>
    </dsp:sp>
    <dsp:sp modelId="{8A1C380F-72CA-448F-A951-89C9A31FBEB9}">
      <dsp:nvSpPr>
        <dsp:cNvPr id="0" name=""/>
        <dsp:cNvSpPr/>
      </dsp:nvSpPr>
      <dsp:spPr>
        <a:xfrm>
          <a:off x="1333435" y="2954297"/>
          <a:ext cx="1385661" cy="692830"/>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R="0" lvl="0" algn="ctr" defTabSz="800100" rtl="0">
            <a:lnSpc>
              <a:spcPct val="90000"/>
            </a:lnSpc>
            <a:spcBef>
              <a:spcPct val="0"/>
            </a:spcBef>
            <a:spcAft>
              <a:spcPct val="35000"/>
            </a:spcAft>
          </a:pPr>
          <a:r>
            <a:rPr lang="ru-RU" sz="1800" b="0" i="0" u="none" strike="noStrike" kern="1200" baseline="0" dirty="0" smtClean="0">
              <a:solidFill>
                <a:schemeClr val="tx1"/>
              </a:solidFill>
              <a:effectLst/>
              <a:latin typeface="Arial Narrow" pitchFamily="34" charset="0"/>
            </a:rPr>
            <a:t>Эвристическое программирование</a:t>
          </a:r>
          <a:endParaRPr lang="ru-RU" sz="1800" strike="noStrike" kern="1200" dirty="0" smtClean="0">
            <a:solidFill>
              <a:schemeClr val="tx1"/>
            </a:solidFill>
            <a:effectLst/>
            <a:latin typeface="Arial Narrow" pitchFamily="34" charset="0"/>
          </a:endParaRPr>
        </a:p>
      </dsp:txBody>
      <dsp:txXfrm>
        <a:off x="1333435" y="2954297"/>
        <a:ext cx="1385661" cy="692830"/>
      </dsp:txXfrm>
    </dsp:sp>
    <dsp:sp modelId="{BCF92FC7-CDE5-4411-BE47-87B1A85DB0DB}">
      <dsp:nvSpPr>
        <dsp:cNvPr id="0" name=""/>
        <dsp:cNvSpPr/>
      </dsp:nvSpPr>
      <dsp:spPr>
        <a:xfrm>
          <a:off x="1333435" y="3938117"/>
          <a:ext cx="1350604" cy="1123896"/>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R="0" lvl="0" algn="ctr" defTabSz="800100" rtl="0">
            <a:lnSpc>
              <a:spcPct val="90000"/>
            </a:lnSpc>
            <a:spcBef>
              <a:spcPct val="0"/>
            </a:spcBef>
            <a:spcAft>
              <a:spcPct val="35000"/>
            </a:spcAft>
          </a:pPr>
          <a:r>
            <a:rPr lang="ru-RU" sz="1800" b="0" i="0" u="none" strike="noStrike" kern="1200" baseline="0" dirty="0" smtClean="0">
              <a:solidFill>
                <a:schemeClr val="tx1"/>
              </a:solidFill>
              <a:effectLst/>
              <a:latin typeface="Arial Narrow" pitchFamily="34" charset="0"/>
            </a:rPr>
            <a:t>Модели представления знаний </a:t>
          </a:r>
          <a:endParaRPr lang="ru-RU" sz="1800" strike="noStrike" kern="1200" dirty="0" smtClean="0">
            <a:solidFill>
              <a:schemeClr val="tx1"/>
            </a:solidFill>
            <a:effectLst/>
            <a:latin typeface="Arial Narrow" pitchFamily="34" charset="0"/>
          </a:endParaRPr>
        </a:p>
      </dsp:txBody>
      <dsp:txXfrm>
        <a:off x="1333435" y="3938117"/>
        <a:ext cx="1350604" cy="1123896"/>
      </dsp:txXfrm>
    </dsp:sp>
    <dsp:sp modelId="{4317696D-B619-434F-A3E3-2A1B2FE238A3}">
      <dsp:nvSpPr>
        <dsp:cNvPr id="0" name=""/>
        <dsp:cNvSpPr/>
      </dsp:nvSpPr>
      <dsp:spPr>
        <a:xfrm>
          <a:off x="1333435" y="5353002"/>
          <a:ext cx="1385661" cy="692830"/>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R="0" lvl="0" algn="ctr" defTabSz="800100" rtl="0">
            <a:lnSpc>
              <a:spcPct val="90000"/>
            </a:lnSpc>
            <a:spcBef>
              <a:spcPct val="0"/>
            </a:spcBef>
            <a:spcAft>
              <a:spcPct val="35000"/>
            </a:spcAft>
          </a:pPr>
          <a:r>
            <a:rPr lang="ru-RU" sz="1800" b="0" i="0" u="none" strike="noStrike" kern="1200" baseline="0" smtClean="0">
              <a:solidFill>
                <a:schemeClr val="tx1"/>
              </a:solidFill>
              <a:effectLst/>
              <a:latin typeface="Arial Narrow" pitchFamily="34" charset="0"/>
            </a:rPr>
            <a:t>Другие</a:t>
          </a:r>
          <a:endParaRPr lang="ru-RU" sz="1800" strike="noStrike" kern="1200" smtClean="0">
            <a:solidFill>
              <a:schemeClr val="tx1"/>
            </a:solidFill>
            <a:effectLst/>
            <a:latin typeface="Arial Narrow" pitchFamily="34" charset="0"/>
          </a:endParaRPr>
        </a:p>
      </dsp:txBody>
      <dsp:txXfrm>
        <a:off x="1333435" y="5353002"/>
        <a:ext cx="1385661" cy="692830"/>
      </dsp:txXfrm>
    </dsp:sp>
    <dsp:sp modelId="{D66624F6-0262-482C-A961-83D7A90D6DC9}">
      <dsp:nvSpPr>
        <dsp:cNvPr id="0" name=""/>
        <dsp:cNvSpPr/>
      </dsp:nvSpPr>
      <dsp:spPr>
        <a:xfrm>
          <a:off x="3243320" y="986657"/>
          <a:ext cx="1967653" cy="692830"/>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R="0" lvl="0" algn="ctr" defTabSz="800100" rtl="0">
            <a:lnSpc>
              <a:spcPct val="90000"/>
            </a:lnSpc>
            <a:spcBef>
              <a:spcPct val="0"/>
            </a:spcBef>
            <a:spcAft>
              <a:spcPct val="35000"/>
            </a:spcAft>
          </a:pPr>
          <a:r>
            <a:rPr lang="ru-RU" sz="1800" b="0" i="0" u="none" strike="noStrike" kern="1200" baseline="0" dirty="0" smtClean="0">
              <a:solidFill>
                <a:schemeClr val="tx1"/>
              </a:solidFill>
              <a:effectLst>
                <a:outerShdw blurRad="38100" dist="38100" dir="2700000" algn="tl">
                  <a:srgbClr val="000000">
                    <a:alpha val="43137"/>
                  </a:srgbClr>
                </a:outerShdw>
              </a:effectLst>
              <a:latin typeface="Arial Narrow" pitchFamily="34" charset="0"/>
            </a:rPr>
            <a:t>Мягкие</a:t>
          </a:r>
          <a:endParaRPr lang="ru-RU" sz="1800" strike="noStrike" kern="1200" dirty="0" smtClean="0">
            <a:solidFill>
              <a:schemeClr val="tx1"/>
            </a:solidFill>
            <a:effectLst>
              <a:outerShdw blurRad="38100" dist="38100" dir="2700000" algn="tl">
                <a:srgbClr val="000000">
                  <a:alpha val="43137"/>
                </a:srgbClr>
              </a:outerShdw>
            </a:effectLst>
            <a:latin typeface="Arial Narrow" pitchFamily="34" charset="0"/>
          </a:endParaRPr>
        </a:p>
      </dsp:txBody>
      <dsp:txXfrm>
        <a:off x="3243320" y="986657"/>
        <a:ext cx="1967653" cy="692830"/>
      </dsp:txXfrm>
    </dsp:sp>
    <dsp:sp modelId="{69E146F0-8693-45B4-B028-D1E095A5DF4A}">
      <dsp:nvSpPr>
        <dsp:cNvPr id="0" name=""/>
        <dsp:cNvSpPr/>
      </dsp:nvSpPr>
      <dsp:spPr>
        <a:xfrm>
          <a:off x="3735233" y="1970477"/>
          <a:ext cx="1385661" cy="692830"/>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R="0" lvl="0" algn="ctr" defTabSz="800100" rtl="0">
            <a:lnSpc>
              <a:spcPct val="90000"/>
            </a:lnSpc>
            <a:spcBef>
              <a:spcPct val="0"/>
            </a:spcBef>
            <a:spcAft>
              <a:spcPct val="35000"/>
            </a:spcAft>
          </a:pPr>
          <a:r>
            <a:rPr lang="ru-RU" sz="1800" b="0" i="0" u="none" strike="noStrike" kern="1200" baseline="0" dirty="0" smtClean="0">
              <a:solidFill>
                <a:schemeClr val="tx1"/>
              </a:solidFill>
              <a:effectLst/>
              <a:latin typeface="Arial Narrow" pitchFamily="34" charset="0"/>
            </a:rPr>
            <a:t>Нейронные сети</a:t>
          </a:r>
          <a:endParaRPr lang="ru-RU" sz="1800" strike="noStrike" kern="1200" dirty="0" smtClean="0">
            <a:solidFill>
              <a:schemeClr val="tx1"/>
            </a:solidFill>
            <a:effectLst/>
            <a:latin typeface="Arial Narrow" pitchFamily="34" charset="0"/>
          </a:endParaRPr>
        </a:p>
      </dsp:txBody>
      <dsp:txXfrm>
        <a:off x="3735233" y="1970477"/>
        <a:ext cx="1385661" cy="692830"/>
      </dsp:txXfrm>
    </dsp:sp>
    <dsp:sp modelId="{E35E45CA-890B-49DC-AE9E-B28AAFA9AFEC}">
      <dsp:nvSpPr>
        <dsp:cNvPr id="0" name=""/>
        <dsp:cNvSpPr/>
      </dsp:nvSpPr>
      <dsp:spPr>
        <a:xfrm>
          <a:off x="3735233" y="2954297"/>
          <a:ext cx="1385661" cy="692830"/>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R="0" lvl="0" algn="ctr" defTabSz="800100" rtl="0">
            <a:lnSpc>
              <a:spcPct val="90000"/>
            </a:lnSpc>
            <a:spcBef>
              <a:spcPct val="0"/>
            </a:spcBef>
            <a:spcAft>
              <a:spcPct val="35000"/>
            </a:spcAft>
          </a:pPr>
          <a:r>
            <a:rPr lang="ru-RU" sz="1800" b="0" i="0" u="none" strike="noStrike" kern="1200" baseline="0" smtClean="0">
              <a:solidFill>
                <a:schemeClr val="tx1"/>
              </a:solidFill>
              <a:effectLst/>
              <a:latin typeface="Arial Narrow" pitchFamily="34" charset="0"/>
            </a:rPr>
            <a:t>Эволюционные методы</a:t>
          </a:r>
          <a:endParaRPr lang="ru-RU" sz="1800" strike="noStrike" kern="1200" smtClean="0">
            <a:solidFill>
              <a:schemeClr val="tx1"/>
            </a:solidFill>
            <a:effectLst/>
            <a:latin typeface="Arial Narrow" pitchFamily="34" charset="0"/>
          </a:endParaRPr>
        </a:p>
      </dsp:txBody>
      <dsp:txXfrm>
        <a:off x="3735233" y="2954297"/>
        <a:ext cx="1385661" cy="692830"/>
      </dsp:txXfrm>
    </dsp:sp>
    <dsp:sp modelId="{0DB8B0D5-2893-46FF-B0C4-4F3D7B5C8A30}">
      <dsp:nvSpPr>
        <dsp:cNvPr id="0" name=""/>
        <dsp:cNvSpPr/>
      </dsp:nvSpPr>
      <dsp:spPr>
        <a:xfrm>
          <a:off x="3735233" y="3938117"/>
          <a:ext cx="1513017" cy="1045440"/>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R="0" lvl="0" algn="ctr" defTabSz="800100" rtl="0">
            <a:lnSpc>
              <a:spcPct val="90000"/>
            </a:lnSpc>
            <a:spcBef>
              <a:spcPct val="0"/>
            </a:spcBef>
            <a:spcAft>
              <a:spcPct val="35000"/>
            </a:spcAft>
          </a:pPr>
          <a:r>
            <a:rPr lang="ru-RU" sz="1800" b="0" i="0" u="none" strike="noStrike" kern="1200" baseline="0" dirty="0" smtClean="0">
              <a:solidFill>
                <a:schemeClr val="tx1"/>
              </a:solidFill>
              <a:effectLst/>
              <a:latin typeface="Arial Narrow" pitchFamily="34" charset="0"/>
            </a:rPr>
            <a:t>Нечеткая логика и нечеткие множества</a:t>
          </a:r>
          <a:endParaRPr lang="ru-RU" sz="1800" strike="noStrike" kern="1200" dirty="0" smtClean="0">
            <a:solidFill>
              <a:schemeClr val="tx1"/>
            </a:solidFill>
            <a:effectLst/>
            <a:latin typeface="Arial Narrow" pitchFamily="34" charset="0"/>
          </a:endParaRPr>
        </a:p>
      </dsp:txBody>
      <dsp:txXfrm>
        <a:off x="3735233" y="3938117"/>
        <a:ext cx="1513017" cy="1045440"/>
      </dsp:txXfrm>
    </dsp:sp>
    <dsp:sp modelId="{CCEE3CAE-7428-4C56-AF4C-DEA7E53EF500}">
      <dsp:nvSpPr>
        <dsp:cNvPr id="0" name=""/>
        <dsp:cNvSpPr/>
      </dsp:nvSpPr>
      <dsp:spPr>
        <a:xfrm>
          <a:off x="5501963" y="986657"/>
          <a:ext cx="1769129" cy="692830"/>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R="0" lvl="0" algn="ctr" defTabSz="800100" rtl="0">
            <a:lnSpc>
              <a:spcPct val="90000"/>
            </a:lnSpc>
            <a:spcBef>
              <a:spcPct val="0"/>
            </a:spcBef>
            <a:spcAft>
              <a:spcPct val="35000"/>
            </a:spcAft>
          </a:pPr>
          <a:r>
            <a:rPr lang="ru-RU" sz="1800" b="0" i="0" u="none" strike="noStrike" kern="1200" baseline="0" dirty="0" smtClean="0">
              <a:solidFill>
                <a:schemeClr val="tx1"/>
              </a:solidFill>
              <a:effectLst>
                <a:outerShdw blurRad="38100" dist="38100" dir="2700000" algn="tl">
                  <a:srgbClr val="000000">
                    <a:alpha val="43137"/>
                  </a:srgbClr>
                </a:outerShdw>
              </a:effectLst>
              <a:latin typeface="Arial Narrow" pitchFamily="34" charset="0"/>
            </a:rPr>
            <a:t>Гибридные</a:t>
          </a:r>
          <a:endParaRPr lang="ru-RU" sz="1800" strike="noStrike" kern="1200" dirty="0" smtClean="0">
            <a:solidFill>
              <a:schemeClr val="tx1"/>
            </a:solidFill>
            <a:effectLst>
              <a:outerShdw blurRad="38100" dist="38100" dir="2700000" algn="tl">
                <a:srgbClr val="000000">
                  <a:alpha val="43137"/>
                </a:srgbClr>
              </a:outerShdw>
            </a:effectLst>
            <a:latin typeface="Arial Narrow" pitchFamily="34" charset="0"/>
          </a:endParaRPr>
        </a:p>
      </dsp:txBody>
      <dsp:txXfrm>
        <a:off x="5501963" y="986657"/>
        <a:ext cx="1769129" cy="69283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7E0DBCA-47EE-4A4B-B1B1-D1A1F240D764}" type="datetimeFigureOut">
              <a:rPr lang="ru-RU" smtClean="0"/>
              <a:t>11.09.2018</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0F3982-E000-45C2-B200-4A3D1158D6BC}" type="slidenum">
              <a:rPr lang="ru-RU" smtClean="0"/>
              <a:t>‹#›</a:t>
            </a:fld>
            <a:endParaRPr lang="ru-RU"/>
          </a:p>
        </p:txBody>
      </p:sp>
    </p:spTree>
    <p:extLst>
      <p:ext uri="{BB962C8B-B14F-4D97-AF65-F5344CB8AC3E}">
        <p14:creationId xmlns:p14="http://schemas.microsoft.com/office/powerpoint/2010/main" val="2502427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ru-RU" smtClean="0"/>
              <a:t>Образец заголовка</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7" name="Date Placeholder 6"/>
          <p:cNvSpPr>
            <a:spLocks noGrp="1"/>
          </p:cNvSpPr>
          <p:nvPr>
            <p:ph type="dt" sz="half" idx="10"/>
          </p:nvPr>
        </p:nvSpPr>
        <p:spPr/>
        <p:txBody>
          <a:bodyPr/>
          <a:lstStyle/>
          <a:p>
            <a:fld id="{B71AC7F0-BE22-4800-ABE2-DEC0FC50F4F8}" type="datetime1">
              <a:rPr lang="ru-RU" smtClean="0"/>
              <a:t>11.09.2018</a:t>
            </a:fld>
            <a:endParaRPr lang="ru-RU"/>
          </a:p>
        </p:txBody>
      </p:sp>
      <p:sp>
        <p:nvSpPr>
          <p:cNvPr id="8" name="Slide Number Placeholder 7"/>
          <p:cNvSpPr>
            <a:spLocks noGrp="1"/>
          </p:cNvSpPr>
          <p:nvPr>
            <p:ph type="sldNum" sz="quarter" idx="11"/>
          </p:nvPr>
        </p:nvSpPr>
        <p:spPr/>
        <p:txBody>
          <a:bodyPr/>
          <a:lstStyle/>
          <a:p>
            <a:fld id="{861E3D9C-1FE4-47D7-BDAC-F8BE962FAF2A}" type="slidenum">
              <a:rPr lang="ru-RU" smtClean="0"/>
              <a:t>‹#›</a:t>
            </a:fld>
            <a:endParaRPr lang="ru-RU"/>
          </a:p>
        </p:txBody>
      </p:sp>
      <p:sp>
        <p:nvSpPr>
          <p:cNvPr id="9" name="Footer Placeholder 8"/>
          <p:cNvSpPr>
            <a:spLocks noGrp="1"/>
          </p:cNvSpPr>
          <p:nvPr>
            <p:ph type="ftr" sz="quarter" idx="12"/>
          </p:nvPr>
        </p:nvSpPr>
        <p:spPr/>
        <p:txBody>
          <a:bodyPr/>
          <a:lstStyle/>
          <a:p>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smtClean="0"/>
          </a:p>
        </p:txBody>
      </p:sp>
      <p:sp>
        <p:nvSpPr>
          <p:cNvPr id="4" name="Date Placeholder 3"/>
          <p:cNvSpPr>
            <a:spLocks noGrp="1"/>
          </p:cNvSpPr>
          <p:nvPr>
            <p:ph type="dt" sz="half" idx="10"/>
          </p:nvPr>
        </p:nvSpPr>
        <p:spPr/>
        <p:txBody>
          <a:bodyPr/>
          <a:lstStyle/>
          <a:p>
            <a:fld id="{C3643FEB-59FE-4990-B193-E7CF99E110D0}" type="datetime1">
              <a:rPr lang="ru-RU" smtClean="0"/>
              <a:t>11.09.2018</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61E3D9C-1FE4-47D7-BDAC-F8BE962FAF2A}"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ru-RU" smtClean="0"/>
              <a:t>Образец заголовка</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A9C03359-20A8-4FC3-A1F6-5A3D31834D2B}" type="datetime1">
              <a:rPr lang="ru-RU" smtClean="0"/>
              <a:t>11.09.2018</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61E3D9C-1FE4-47D7-BDAC-F8BE962FAF2A}" type="slidenum">
              <a:rPr lang="ru-RU" smtClean="0"/>
              <a:t>‹#›</a:t>
            </a:fld>
            <a:endParaRPr lang="ru-RU"/>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smtClean="0"/>
          </a:p>
        </p:txBody>
      </p:sp>
      <p:sp>
        <p:nvSpPr>
          <p:cNvPr id="5" name="Date Placeholder 4"/>
          <p:cNvSpPr>
            <a:spLocks noGrp="1"/>
          </p:cNvSpPr>
          <p:nvPr>
            <p:ph type="dt" sz="half" idx="10"/>
          </p:nvPr>
        </p:nvSpPr>
        <p:spPr/>
        <p:txBody>
          <a:bodyPr/>
          <a:lstStyle/>
          <a:p>
            <a:fld id="{EB3CD870-6C94-47E9-A31D-EE6F8D3AFFCE}" type="datetime1">
              <a:rPr lang="ru-RU" smtClean="0"/>
              <a:t>11.09.2018</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61E3D9C-1FE4-47D7-BDAC-F8BE962FAF2A}" type="slidenum">
              <a:rPr lang="ru-RU" smtClean="0"/>
              <a:t>‹#›</a:t>
            </a:fld>
            <a:endParaRPr lang="ru-RU"/>
          </a:p>
        </p:txBody>
      </p:sp>
      <p:sp>
        <p:nvSpPr>
          <p:cNvPr id="9" name="Content Placeholder 8"/>
          <p:cNvSpPr>
            <a:spLocks noGrp="1"/>
          </p:cNvSpPr>
          <p:nvPr>
            <p:ph sz="quarter" idx="13"/>
          </p:nvPr>
        </p:nvSpPr>
        <p:spPr>
          <a:xfrm>
            <a:off x="365760" y="1600200"/>
            <a:ext cx="4041648" cy="4526280"/>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7" name="Date Placeholder 6"/>
          <p:cNvSpPr>
            <a:spLocks noGrp="1"/>
          </p:cNvSpPr>
          <p:nvPr>
            <p:ph type="dt" sz="half" idx="10"/>
          </p:nvPr>
        </p:nvSpPr>
        <p:spPr/>
        <p:txBody>
          <a:bodyPr/>
          <a:lstStyle/>
          <a:p>
            <a:fld id="{C466FB0B-7F1A-453E-9407-9CCD5C175A08}" type="datetime1">
              <a:rPr lang="ru-RU" smtClean="0"/>
              <a:t>11.09.2018</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861E3D9C-1FE4-47D7-BDAC-F8BE962FAF2A}" type="slidenum">
              <a:rPr lang="ru-RU" smtClean="0"/>
              <a:t>‹#›</a:t>
            </a:fld>
            <a:endParaRPr lang="ru-RU"/>
          </a:p>
        </p:txBody>
      </p:sp>
      <p:sp>
        <p:nvSpPr>
          <p:cNvPr id="11" name="Content Placeholder 10"/>
          <p:cNvSpPr>
            <a:spLocks noGrp="1"/>
          </p:cNvSpPr>
          <p:nvPr>
            <p:ph sz="quarter" idx="13"/>
          </p:nvPr>
        </p:nvSpPr>
        <p:spPr>
          <a:xfrm>
            <a:off x="457200" y="2212848"/>
            <a:ext cx="4041648" cy="3913632"/>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925D31AD-939D-4713-AB6F-E589DEC12853}" type="datetime1">
              <a:rPr lang="ru-RU" smtClean="0"/>
              <a:t>11.09.2018</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861E3D9C-1FE4-47D7-BDAC-F8BE962FAF2A}"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9DFB1B-6CE9-4703-BCA6-6F52824B8158}" type="datetime1">
              <a:rPr lang="ru-RU" smtClean="0"/>
              <a:t>11.09.2018</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861E3D9C-1FE4-47D7-BDAC-F8BE962FAF2A}"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ru-RU" smtClean="0"/>
              <a:t>Образец заголовка</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0F8B92A-1638-4863-A2DE-7A8C7DC6DD70}" type="datetime1">
              <a:rPr lang="ru-RU" smtClean="0"/>
              <a:t>11.09.2018</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61E3D9C-1FE4-47D7-BDAC-F8BE962FAF2A}" type="slidenum">
              <a:rPr lang="ru-RU" smtClean="0"/>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ru-RU" smtClean="0"/>
              <a:t>Образец заголовка</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E711BA5D-44E0-4203-843D-F46E72B649EF}" type="datetime1">
              <a:rPr lang="ru-RU" smtClean="0"/>
              <a:t>11.09.2018</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61E3D9C-1FE4-47D7-BDAC-F8BE962FAF2A}" type="slidenum">
              <a:rPr lang="ru-RU" smtClean="0"/>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AE79976D-4379-4289-8A17-A95C69D8595F}" type="datetime1">
              <a:rPr lang="ru-RU" smtClean="0"/>
              <a:t>11.09.2018</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61E3D9C-1FE4-47D7-BDAC-F8BE962FAF2A}"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9DE78CCC-B848-41BD-8C9F-1DDD0F3A4AEB}" type="datetime1">
              <a:rPr lang="ru-RU" smtClean="0"/>
              <a:t>11.09.2018</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61E3D9C-1FE4-47D7-BDAC-F8BE962FAF2A}"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ru-RU" smtClean="0"/>
              <a:t>Образец заголовка</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711B0536-E80C-415C-B8DB-5A2C2B7C0D42}" type="datetime1">
              <a:rPr lang="ru-RU" smtClean="0"/>
              <a:t>11.09.2018</a:t>
            </a:fld>
            <a:endParaRPr lang="ru-RU"/>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ru-RU"/>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861E3D9C-1FE4-47D7-BDAC-F8BE962FAF2A}" type="slidenum">
              <a:rPr lang="ru-RU" smtClean="0"/>
              <a:t>‹#›</a:t>
            </a:fld>
            <a:endParaRPr lang="ru-RU"/>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ru.wikipedia.org/wiki/%D0%98%D0%BD%D1%82%D0%B5%D0%BB%D0%BB%D0%B5%D0%BA%D1%82%D1%83%D0%B0%D0%BB%D1%8C%D0%BD%D0%B0%D1%8F_%D1%81%D0%B8%D1%81%D1%82%D0%B5%D0%BC%D0%B0" TargetMode="External"/><Relationship Id="rId2" Type="http://schemas.openxmlformats.org/officeDocument/2006/relationships/hyperlink" Target="https://ru.wikipedia.org/wiki/%D0%98%D1%81%D0%BA%D1%83%D1%81%D1%81%D1%82%D0%B2%D0%B5%D0%BD%D0%BD%D1%8B%D0%B9_%D0%B8%D0%BD%D1%82%D0%B5%D0%BB%D0%BB%D0%B5%D0%BA%D1%82" TargetMode="External"/><Relationship Id="rId1" Type="http://schemas.openxmlformats.org/officeDocument/2006/relationships/slideLayout" Target="../slideLayouts/slideLayout2.xml"/><Relationship Id="rId6" Type="http://schemas.openxmlformats.org/officeDocument/2006/relationships/hyperlink" Target="https://ru.wikipedia.org/wiki/%D0%98%D0%BD%D1%84%D0%BE%D1%80%D0%BC%D0%B0%D1%86%D0%B8%D0%BE%D0%BD%D0%BD%D1%8B%D0%B5_%D1%82%D0%B5%D1%85%D0%BD%D0%BE%D0%BB%D0%BE%D0%B3%D0%B8%D0%B8" TargetMode="External"/><Relationship Id="rId5" Type="http://schemas.openxmlformats.org/officeDocument/2006/relationships/hyperlink" Target="https://ru.wikipedia.org/wiki/%D0%9A%D0%BE%D0%BC%D0%BF%D1%8C%D1%8E%D1%82%D0%B5%D1%80%D0%BD%D1%8B%D0%B5_%D0%BD%D0%B0%D1%83%D0%BA%D0%B8" TargetMode="External"/><Relationship Id="rId4" Type="http://schemas.openxmlformats.org/officeDocument/2006/relationships/hyperlink" Target="https://ru.wikipedia.org/wiki/%D0%A2%D0%B5%D1%85%D0%BD%D0%B8%D1%87%D0%B5%D1%81%D0%BA%D0%B0%D1%8F_%D1%81%D0%B8%D1%81%D1%82%D0%B5%D0%BC%D0%B0"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hyperlink" Target="https://ru.wikipedia.org/wiki/%D0%A1%D0%B2%D0%BE%D1%8F_%D0%B8%D0%B3%D1%80%D0%B0" TargetMode="External"/><Relationship Id="rId3" Type="http://schemas.openxmlformats.org/officeDocument/2006/relationships/hyperlink" Target="https://ru.wikipedia.org/wiki/%D0%9A%D0%B0%D1%81%D0%BF%D0%B0%D1%80%D0%BE%D0%B2,_%D0%93%D0%B0%D1%80%D1%80%D0%B8_%D0%9A%D0%B8%D0%BC%D0%BE%D0%B2%D0%B8%D1%87" TargetMode="External"/><Relationship Id="rId7" Type="http://schemas.openxmlformats.org/officeDocument/2006/relationships/hyperlink" Target="https://ru.wikipedia.org/wiki/Jeopardy!" TargetMode="External"/><Relationship Id="rId12" Type="http://schemas.openxmlformats.org/officeDocument/2006/relationships/hyperlink" Target="https://ru.wikipedia.org/wiki/RoboCup" TargetMode="External"/><Relationship Id="rId2" Type="http://schemas.openxmlformats.org/officeDocument/2006/relationships/hyperlink" Target="https://ru.wikipedia.org/wiki/Deep_Blue" TargetMode="External"/><Relationship Id="rId1" Type="http://schemas.openxmlformats.org/officeDocument/2006/relationships/slideLayout" Target="../slideLayouts/slideLayout2.xml"/><Relationship Id="rId6" Type="http://schemas.openxmlformats.org/officeDocument/2006/relationships/hyperlink" Target="https://ru.wikipedia.org/wiki/IBM_Watson" TargetMode="External"/><Relationship Id="rId11" Type="http://schemas.openxmlformats.org/officeDocument/2006/relationships/hyperlink" Target="https://ru.wikipedia.org/wiki/%D0%A0%D0%B0%D1%81%D0%BF%D0%BE%D0%B7%D0%BD%D0%B0%D0%B2%D0%B0%D0%BD%D0%B8%D0%B5_%D1%80%D0%B5%D1%87%D0%B8" TargetMode="External"/><Relationship Id="rId5" Type="http://schemas.openxmlformats.org/officeDocument/2006/relationships/hyperlink" Target="https://ru.wikipedia.org/wiki/Blue_Brain_Project" TargetMode="External"/><Relationship Id="rId10" Type="http://schemas.openxmlformats.org/officeDocument/2006/relationships/hyperlink" Target="https://ru.wikipedia.org/wiki/20Q" TargetMode="External"/><Relationship Id="rId4" Type="http://schemas.openxmlformats.org/officeDocument/2006/relationships/hyperlink" Target="https://ru.wikipedia.org/wiki/%D0%9F%D0%B8%D1%80%D0%B0%D0%BC%D0%B8%D0%B4%D0%B0%D0%BB%D1%8C%D0%BD%D1%8B%D0%B9_%D0%BD%D0%B5%D0%B9%D1%80%D0%BE%D0%BD" TargetMode="External"/><Relationship Id="rId9" Type="http://schemas.openxmlformats.org/officeDocument/2006/relationships/hyperlink" Target="https://ru.wikipedia.org/wiki/MYCIN"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ru.wikipedia.org/wiki/%D0%A1%D0%B5%D1%80%D0%B4%D0%B5%D1%87%D0%BD%D1%8B%D0%B9_%D1%80%D0%B8%D1%82%D0%BC" TargetMode="External"/><Relationship Id="rId2" Type="http://schemas.openxmlformats.org/officeDocument/2006/relationships/hyperlink" Target="https://ru.wikipedia.org/wiki/%D0%A2%D0%BE%D0%BC%D0%BE%D0%B3%D1%80%D0%B0%D1%84%D0%B8%D1%8F" TargetMode="External"/><Relationship Id="rId1" Type="http://schemas.openxmlformats.org/officeDocument/2006/relationships/slideLayout" Target="../slideLayouts/slideLayout2.xml"/><Relationship Id="rId4" Type="http://schemas.openxmlformats.org/officeDocument/2006/relationships/hyperlink" Target="https://ru.wikipedia.org/wiki/%D0%9E%D0%BD%D0%BA%D0%BE%D0%BB%D0%BE%D0%B3%D0%B8%D1%8F"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sz="6600" dirty="0" smtClean="0"/>
              <a:t>Интеллектуальные системы </a:t>
            </a:r>
            <a:br>
              <a:rPr lang="ru-RU" sz="6600" dirty="0" smtClean="0"/>
            </a:br>
            <a:r>
              <a:rPr lang="ru-RU" sz="6600" dirty="0" smtClean="0"/>
              <a:t>и</a:t>
            </a:r>
            <a:br>
              <a:rPr lang="ru-RU" sz="6600" dirty="0" smtClean="0"/>
            </a:br>
            <a:r>
              <a:rPr lang="ru-RU" sz="6600" dirty="0" smtClean="0"/>
              <a:t> технологии</a:t>
            </a:r>
            <a:endParaRPr lang="ru-RU" sz="6600" dirty="0"/>
          </a:p>
        </p:txBody>
      </p:sp>
      <p:sp>
        <p:nvSpPr>
          <p:cNvPr id="3" name="Подзаголовок 2"/>
          <p:cNvSpPr>
            <a:spLocks noGrp="1"/>
          </p:cNvSpPr>
          <p:nvPr>
            <p:ph type="subTitle" idx="1"/>
          </p:nvPr>
        </p:nvSpPr>
        <p:spPr/>
        <p:txBody>
          <a:bodyPr/>
          <a:lstStyle/>
          <a:p>
            <a:r>
              <a:rPr lang="ru-RU" dirty="0" smtClean="0"/>
              <a:t>Лекция 1</a:t>
            </a:r>
          </a:p>
          <a:p>
            <a:r>
              <a:rPr lang="ru-RU" dirty="0" smtClean="0"/>
              <a:t>Введение </a:t>
            </a:r>
            <a:endParaRPr lang="ru-RU" dirty="0"/>
          </a:p>
        </p:txBody>
      </p:sp>
    </p:spTree>
    <p:extLst>
      <p:ext uri="{BB962C8B-B14F-4D97-AF65-F5344CB8AC3E}">
        <p14:creationId xmlns:p14="http://schemas.microsoft.com/office/powerpoint/2010/main" val="2653189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395536" y="692696"/>
            <a:ext cx="8229600" cy="5919936"/>
          </a:xfrm>
        </p:spPr>
        <p:txBody>
          <a:bodyPr>
            <a:normAutofit/>
          </a:bodyPr>
          <a:lstStyle/>
          <a:p>
            <a:pPr marL="0" indent="0">
              <a:buNone/>
            </a:pPr>
            <a:r>
              <a:rPr lang="ru-RU" b="1" u="sng" dirty="0" smtClean="0"/>
              <a:t>Основные принципы построения и работы всех информационных систем</a:t>
            </a:r>
            <a:r>
              <a:rPr lang="ru-RU" dirty="0" smtClean="0"/>
              <a:t>: </a:t>
            </a:r>
            <a:endParaRPr lang="ru-RU" dirty="0"/>
          </a:p>
          <a:p>
            <a:pPr lvl="0"/>
            <a:r>
              <a:rPr lang="ru-RU" dirty="0" smtClean="0"/>
              <a:t>соответствие системы поставленным целям; </a:t>
            </a:r>
            <a:endParaRPr lang="ru-RU" dirty="0"/>
          </a:p>
          <a:p>
            <a:pPr lvl="0"/>
            <a:r>
              <a:rPr lang="ru-RU" dirty="0" smtClean="0"/>
              <a:t>использование сетей </a:t>
            </a:r>
            <a:r>
              <a:rPr lang="ru-RU" dirty="0"/>
              <a:t>для передачи данных;</a:t>
            </a:r>
          </a:p>
          <a:p>
            <a:pPr lvl="0"/>
            <a:r>
              <a:rPr lang="ru-RU" dirty="0" smtClean="0"/>
              <a:t>в </a:t>
            </a:r>
            <a:r>
              <a:rPr lang="ru-RU" dirty="0"/>
              <a:t>основе </a:t>
            </a:r>
            <a:r>
              <a:rPr lang="ru-RU" dirty="0" smtClean="0"/>
              <a:t>системы – среда  </a:t>
            </a:r>
            <a:r>
              <a:rPr lang="ru-RU" dirty="0"/>
              <a:t>хранения и доступа к </a:t>
            </a:r>
            <a:r>
              <a:rPr lang="ru-RU" dirty="0" smtClean="0"/>
              <a:t>данным</a:t>
            </a:r>
            <a:r>
              <a:rPr lang="ru-RU" dirty="0"/>
              <a:t>;</a:t>
            </a:r>
            <a:r>
              <a:rPr lang="ru-RU" dirty="0" smtClean="0"/>
              <a:t> </a:t>
            </a:r>
          </a:p>
          <a:p>
            <a:pPr lvl="0"/>
            <a:r>
              <a:rPr lang="ru-RU" dirty="0" smtClean="0"/>
              <a:t>обеспечение требуемого уровня </a:t>
            </a:r>
            <a:r>
              <a:rPr lang="ru-RU" dirty="0"/>
              <a:t>надежности хранения и </a:t>
            </a:r>
            <a:r>
              <a:rPr lang="ru-RU" dirty="0" smtClean="0"/>
              <a:t>эффективности </a:t>
            </a:r>
            <a:r>
              <a:rPr lang="ru-RU" dirty="0"/>
              <a:t>доступа, которые соответствуют области применения </a:t>
            </a:r>
            <a:r>
              <a:rPr lang="ru-RU" dirty="0" smtClean="0"/>
              <a:t>системы;</a:t>
            </a:r>
            <a:endParaRPr lang="ru-RU" dirty="0"/>
          </a:p>
          <a:p>
            <a:pPr lvl="0"/>
            <a:r>
              <a:rPr lang="ru-RU" dirty="0" smtClean="0"/>
              <a:t>возможность контроля </a:t>
            </a:r>
            <a:r>
              <a:rPr lang="ru-RU" dirty="0"/>
              <a:t>людьми, </a:t>
            </a:r>
            <a:r>
              <a:rPr lang="ru-RU" dirty="0" smtClean="0"/>
              <a:t>и использования </a:t>
            </a:r>
            <a:r>
              <a:rPr lang="ru-RU" dirty="0"/>
              <a:t>в соответствии с основными принципами, реализованными в виде стандарта предприятия или иного стандарта на </a:t>
            </a:r>
            <a:r>
              <a:rPr lang="ru-RU" dirty="0" smtClean="0"/>
              <a:t>ИС; </a:t>
            </a:r>
          </a:p>
          <a:p>
            <a:pPr lvl="0"/>
            <a:r>
              <a:rPr lang="ru-RU" dirty="0" smtClean="0"/>
              <a:t>интуитивно понятный пользователю интерфейс.</a:t>
            </a:r>
            <a:endParaRPr lang="ru-RU" dirty="0"/>
          </a:p>
          <a:p>
            <a:endParaRPr lang="ru-RU" dirty="0"/>
          </a:p>
        </p:txBody>
      </p:sp>
      <p:sp>
        <p:nvSpPr>
          <p:cNvPr id="2" name="Номер слайда 1"/>
          <p:cNvSpPr>
            <a:spLocks noGrp="1"/>
          </p:cNvSpPr>
          <p:nvPr>
            <p:ph type="sldNum" sz="quarter" idx="12"/>
          </p:nvPr>
        </p:nvSpPr>
        <p:spPr/>
        <p:txBody>
          <a:bodyPr/>
          <a:lstStyle/>
          <a:p>
            <a:fld id="{9FAF4AA5-31A0-42C4-8A8E-B444837519C6}" type="slidenum">
              <a:rPr lang="ru-RU" sz="2800" smtClean="0"/>
              <a:t>2</a:t>
            </a:fld>
            <a:endParaRPr lang="ru-RU" sz="2800"/>
          </a:p>
        </p:txBody>
      </p:sp>
    </p:spTree>
    <p:extLst>
      <p:ext uri="{BB962C8B-B14F-4D97-AF65-F5344CB8AC3E}">
        <p14:creationId xmlns:p14="http://schemas.microsoft.com/office/powerpoint/2010/main" val="6299439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576064"/>
          </a:xfrm>
        </p:spPr>
        <p:txBody>
          <a:bodyPr>
            <a:noAutofit/>
          </a:bodyPr>
          <a:lstStyle/>
          <a:p>
            <a:pPr>
              <a:lnSpc>
                <a:spcPct val="100000"/>
              </a:lnSpc>
            </a:pPr>
            <a:r>
              <a:rPr lang="ru-RU" sz="2800" b="1" u="sng" dirty="0"/>
              <a:t>Основные задачи информационных </a:t>
            </a:r>
            <a:r>
              <a:rPr lang="ru-RU" sz="2800" b="1" u="sng" dirty="0" smtClean="0"/>
              <a:t>систем</a:t>
            </a:r>
            <a:r>
              <a:rPr lang="en-US" sz="2800" b="1" u="sng" dirty="0" smtClean="0"/>
              <a:t> </a:t>
            </a:r>
            <a:r>
              <a:rPr lang="ru-RU" sz="2800" b="1" u="sng" dirty="0" smtClean="0"/>
              <a:t>и </a:t>
            </a:r>
            <a:r>
              <a:rPr lang="ru-RU" sz="2800" b="1" u="sng" dirty="0"/>
              <a:t>разработчиков </a:t>
            </a:r>
            <a:r>
              <a:rPr lang="ru-RU" sz="2800" b="1" u="sng" dirty="0" smtClean="0"/>
              <a:t>информационных систем:</a:t>
            </a:r>
            <a:endParaRPr lang="ru-RU" dirty="0"/>
          </a:p>
        </p:txBody>
      </p:sp>
      <p:sp>
        <p:nvSpPr>
          <p:cNvPr id="3" name="Объект 2"/>
          <p:cNvSpPr>
            <a:spLocks noGrp="1"/>
          </p:cNvSpPr>
          <p:nvPr>
            <p:ph idx="1"/>
          </p:nvPr>
        </p:nvSpPr>
        <p:spPr>
          <a:xfrm>
            <a:off x="457200" y="1124744"/>
            <a:ext cx="8229600" cy="5199856"/>
          </a:xfrm>
        </p:spPr>
        <p:txBody>
          <a:bodyPr>
            <a:normAutofit fontScale="92500"/>
          </a:bodyPr>
          <a:lstStyle/>
          <a:p>
            <a:r>
              <a:rPr lang="ru-RU" dirty="0" smtClean="0"/>
              <a:t>Обеспечение функций поиска, обработки </a:t>
            </a:r>
            <a:r>
              <a:rPr lang="ru-RU" dirty="0"/>
              <a:t>и </a:t>
            </a:r>
            <a:r>
              <a:rPr lang="ru-RU" dirty="0" smtClean="0"/>
              <a:t>хранения </a:t>
            </a:r>
            <a:r>
              <a:rPr lang="ru-RU" dirty="0"/>
              <a:t>информации, которая долго накапливается и утрата которой </a:t>
            </a:r>
            <a:r>
              <a:rPr lang="ru-RU" dirty="0" smtClean="0"/>
              <a:t>невосполнима;</a:t>
            </a:r>
          </a:p>
          <a:p>
            <a:r>
              <a:rPr lang="ru-RU" dirty="0" smtClean="0"/>
              <a:t>Обеспечение хранения </a:t>
            </a:r>
            <a:r>
              <a:rPr lang="ru-RU" dirty="0"/>
              <a:t>данных разной </a:t>
            </a:r>
            <a:r>
              <a:rPr lang="ru-RU" dirty="0" smtClean="0"/>
              <a:t>структуры;</a:t>
            </a:r>
          </a:p>
          <a:p>
            <a:r>
              <a:rPr lang="ru-RU" dirty="0"/>
              <a:t>Обеспечение функций </a:t>
            </a:r>
            <a:r>
              <a:rPr lang="ru-RU" dirty="0" smtClean="0"/>
              <a:t>анализа </a:t>
            </a:r>
            <a:r>
              <a:rPr lang="ru-RU" dirty="0"/>
              <a:t>и </a:t>
            </a:r>
            <a:r>
              <a:rPr lang="ru-RU" dirty="0" smtClean="0"/>
              <a:t>прогнозирования </a:t>
            </a:r>
            <a:r>
              <a:rPr lang="ru-RU" dirty="0"/>
              <a:t>потоков информации различных видов и типов, перемещающихся в </a:t>
            </a:r>
            <a:r>
              <a:rPr lang="ru-RU" dirty="0" smtClean="0"/>
              <a:t>обществе;</a:t>
            </a:r>
            <a:endParaRPr lang="ru-RU" dirty="0"/>
          </a:p>
          <a:p>
            <a:r>
              <a:rPr lang="ru-RU" dirty="0"/>
              <a:t>Исследование способов представления и хранения информации, создание специальных языков для формального описания информации различной природы, разработка специальных приемов сжатия и кодирования информации, аннотирования объемных документов и </a:t>
            </a:r>
            <a:r>
              <a:rPr lang="ru-RU" dirty="0" smtClean="0"/>
              <a:t>их реферирования;</a:t>
            </a:r>
            <a:endParaRPr lang="ru-RU" dirty="0"/>
          </a:p>
        </p:txBody>
      </p:sp>
      <p:sp>
        <p:nvSpPr>
          <p:cNvPr id="4" name="Номер слайда 3"/>
          <p:cNvSpPr>
            <a:spLocks noGrp="1"/>
          </p:cNvSpPr>
          <p:nvPr>
            <p:ph type="sldNum" sz="quarter" idx="12"/>
          </p:nvPr>
        </p:nvSpPr>
        <p:spPr/>
        <p:txBody>
          <a:bodyPr/>
          <a:lstStyle/>
          <a:p>
            <a:fld id="{9FAF4AA5-31A0-42C4-8A8E-B444837519C6}" type="slidenum">
              <a:rPr lang="ru-RU" sz="2800" smtClean="0"/>
              <a:t>3</a:t>
            </a:fld>
            <a:endParaRPr lang="ru-RU" sz="2800"/>
          </a:p>
        </p:txBody>
      </p:sp>
    </p:spTree>
    <p:extLst>
      <p:ext uri="{BB962C8B-B14F-4D97-AF65-F5344CB8AC3E}">
        <p14:creationId xmlns:p14="http://schemas.microsoft.com/office/powerpoint/2010/main" val="33754217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196752"/>
            <a:ext cx="8229600" cy="5400600"/>
          </a:xfrm>
        </p:spPr>
        <p:txBody>
          <a:bodyPr>
            <a:normAutofit fontScale="92500"/>
          </a:bodyPr>
          <a:lstStyle/>
          <a:p>
            <a:pPr lvl="0"/>
            <a:r>
              <a:rPr lang="ru-RU" dirty="0"/>
              <a:t>Построение процедур и технических средств для их реализации, с помощью которых можно автоматизировать процесс извлечения информации из документов, не предназначенных для вычислительных машин, а ориентированных на восприятие их человеком; </a:t>
            </a:r>
            <a:endParaRPr lang="ru-RU" dirty="0" smtClean="0"/>
          </a:p>
          <a:p>
            <a:pPr lvl="0"/>
            <a:r>
              <a:rPr lang="ru-RU" dirty="0"/>
              <a:t>Создание информационно-поисковых систем, способных воспринимать запросы к информационным хранилищам, сформулированные на естественном языке, а также специальных языках запросов для систем такого типа; </a:t>
            </a:r>
          </a:p>
          <a:p>
            <a:pPr lvl="0"/>
            <a:r>
              <a:rPr lang="ru-RU" dirty="0"/>
              <a:t>Создание сетей хранения, обработки и передачи информации, в состав которых входят информационные банки данных, терминалы, обрабатывающие центры и средства связи. </a:t>
            </a:r>
          </a:p>
          <a:p>
            <a:endParaRPr lang="ru-RU" dirty="0"/>
          </a:p>
        </p:txBody>
      </p:sp>
      <p:sp>
        <p:nvSpPr>
          <p:cNvPr id="4" name="Заголовок 1"/>
          <p:cNvSpPr>
            <a:spLocks noGrp="1"/>
          </p:cNvSpPr>
          <p:nvPr>
            <p:ph type="title"/>
          </p:nvPr>
        </p:nvSpPr>
        <p:spPr>
          <a:xfrm>
            <a:off x="467544" y="188640"/>
            <a:ext cx="8229600" cy="866360"/>
          </a:xfrm>
        </p:spPr>
        <p:txBody>
          <a:bodyPr>
            <a:normAutofit fontScale="90000"/>
          </a:bodyPr>
          <a:lstStyle/>
          <a:p>
            <a:pPr>
              <a:lnSpc>
                <a:spcPct val="100000"/>
              </a:lnSpc>
            </a:pPr>
            <a:r>
              <a:rPr lang="ru-RU" sz="3100" b="1" u="sng" dirty="0"/>
              <a:t>Основные задачи информационных систем и разработчиков </a:t>
            </a:r>
            <a:r>
              <a:rPr lang="ru-RU" sz="3100" b="1" u="sng" dirty="0" smtClean="0"/>
              <a:t>информационных систем:</a:t>
            </a:r>
            <a:endParaRPr lang="ru-RU" dirty="0"/>
          </a:p>
        </p:txBody>
      </p:sp>
      <p:sp>
        <p:nvSpPr>
          <p:cNvPr id="2" name="Номер слайда 1"/>
          <p:cNvSpPr>
            <a:spLocks noGrp="1"/>
          </p:cNvSpPr>
          <p:nvPr>
            <p:ph type="sldNum" sz="quarter" idx="12"/>
          </p:nvPr>
        </p:nvSpPr>
        <p:spPr/>
        <p:txBody>
          <a:bodyPr/>
          <a:lstStyle/>
          <a:p>
            <a:fld id="{9FAF4AA5-31A0-42C4-8A8E-B444837519C6}" type="slidenum">
              <a:rPr lang="ru-RU" sz="2800" smtClean="0"/>
              <a:t>4</a:t>
            </a:fld>
            <a:endParaRPr lang="ru-RU" sz="2800"/>
          </a:p>
        </p:txBody>
      </p:sp>
    </p:spTree>
    <p:extLst>
      <p:ext uri="{BB962C8B-B14F-4D97-AF65-F5344CB8AC3E}">
        <p14:creationId xmlns:p14="http://schemas.microsoft.com/office/powerpoint/2010/main" val="396510338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980728"/>
            <a:ext cx="8229600" cy="5343872"/>
          </a:xfrm>
        </p:spPr>
        <p:txBody>
          <a:bodyPr>
            <a:normAutofit lnSpcReduction="10000"/>
          </a:bodyPr>
          <a:lstStyle/>
          <a:p>
            <a:pPr marL="0" indent="0" algn="ctr">
              <a:buNone/>
            </a:pPr>
            <a:r>
              <a:rPr lang="ru-RU" sz="2800" dirty="0" smtClean="0">
                <a:solidFill>
                  <a:schemeClr val="tx1"/>
                </a:solidFill>
              </a:rPr>
              <a:t>Фрагмент</a:t>
            </a:r>
            <a:r>
              <a:rPr lang="ru-RU" sz="2800" dirty="0">
                <a:solidFill>
                  <a:schemeClr val="tx1"/>
                </a:solidFill>
              </a:rPr>
              <a:t>, выделенный из окружающего мира, называется областью экспертизы или </a:t>
            </a:r>
            <a:r>
              <a:rPr lang="ru-RU" sz="3200" b="1" dirty="0">
                <a:solidFill>
                  <a:schemeClr val="tx1"/>
                </a:solidFill>
              </a:rPr>
              <a:t>предметной областью</a:t>
            </a:r>
            <a:r>
              <a:rPr lang="ru-RU" sz="2800" dirty="0">
                <a:solidFill>
                  <a:schemeClr val="tx1"/>
                </a:solidFill>
              </a:rPr>
              <a:t>. </a:t>
            </a:r>
            <a:endParaRPr lang="ru-RU" sz="2800" dirty="0" smtClean="0">
              <a:solidFill>
                <a:schemeClr val="tx1"/>
              </a:solidFill>
            </a:endParaRPr>
          </a:p>
          <a:p>
            <a:endParaRPr lang="ru-RU" sz="2800" dirty="0">
              <a:solidFill>
                <a:schemeClr val="tx1"/>
              </a:solidFill>
            </a:endParaRPr>
          </a:p>
          <a:p>
            <a:pPr marL="0" indent="0" algn="just">
              <a:buNone/>
            </a:pPr>
            <a:r>
              <a:rPr lang="ru-RU" sz="2800" dirty="0" smtClean="0">
                <a:solidFill>
                  <a:schemeClr val="tx1"/>
                </a:solidFill>
              </a:rPr>
              <a:t>Существует </a:t>
            </a:r>
            <a:r>
              <a:rPr lang="ru-RU" sz="2800" dirty="0">
                <a:solidFill>
                  <a:schemeClr val="tx1"/>
                </a:solidFill>
              </a:rPr>
              <a:t>также множество задач и проблем, которые необходимо решать, используя сущности и отношения из этой предметной области, поэтому используется более широкое </a:t>
            </a:r>
            <a:r>
              <a:rPr lang="ru-RU" sz="2800" dirty="0" smtClean="0">
                <a:solidFill>
                  <a:schemeClr val="tx1"/>
                </a:solidFill>
              </a:rPr>
              <a:t>понятие: </a:t>
            </a:r>
          </a:p>
          <a:p>
            <a:pPr marL="0" indent="0" algn="ctr">
              <a:buNone/>
            </a:pPr>
            <a:r>
              <a:rPr lang="ru-RU" sz="3200" b="1" dirty="0" smtClean="0">
                <a:solidFill>
                  <a:schemeClr val="tx1"/>
                </a:solidFill>
              </a:rPr>
              <a:t>проблемная </a:t>
            </a:r>
            <a:r>
              <a:rPr lang="ru-RU" sz="3200" b="1" dirty="0">
                <a:solidFill>
                  <a:schemeClr val="tx1"/>
                </a:solidFill>
              </a:rPr>
              <a:t>среда </a:t>
            </a:r>
            <a:r>
              <a:rPr lang="ru-RU" sz="3200" dirty="0">
                <a:solidFill>
                  <a:schemeClr val="tx1"/>
                </a:solidFill>
              </a:rPr>
              <a:t>– это </a:t>
            </a:r>
            <a:endParaRPr lang="ru-RU" sz="3200" dirty="0" smtClean="0">
              <a:solidFill>
                <a:schemeClr val="tx1"/>
              </a:solidFill>
            </a:endParaRPr>
          </a:p>
          <a:p>
            <a:pPr marL="0" indent="0" algn="ctr">
              <a:buNone/>
            </a:pPr>
            <a:r>
              <a:rPr lang="ru-RU" sz="3200" i="1" dirty="0" smtClean="0">
                <a:solidFill>
                  <a:schemeClr val="tx1"/>
                </a:solidFill>
                <a:effectLst>
                  <a:outerShdw blurRad="38100" dist="38100" dir="2700000" algn="tl">
                    <a:srgbClr val="000000">
                      <a:alpha val="43137"/>
                    </a:srgbClr>
                  </a:outerShdw>
                </a:effectLst>
              </a:rPr>
              <a:t>предметная </a:t>
            </a:r>
            <a:r>
              <a:rPr lang="ru-RU" sz="3200" i="1" dirty="0">
                <a:solidFill>
                  <a:schemeClr val="tx1"/>
                </a:solidFill>
                <a:effectLst>
                  <a:outerShdw blurRad="38100" dist="38100" dir="2700000" algn="tl">
                    <a:srgbClr val="000000">
                      <a:alpha val="43137"/>
                    </a:srgbClr>
                  </a:outerShdw>
                </a:effectLst>
              </a:rPr>
              <a:t>область </a:t>
            </a:r>
            <a:r>
              <a:rPr lang="ru-RU" sz="3200" dirty="0">
                <a:solidFill>
                  <a:schemeClr val="tx1"/>
                </a:solidFill>
              </a:rPr>
              <a:t>+ </a:t>
            </a:r>
            <a:r>
              <a:rPr lang="ru-RU" sz="3200" i="1" dirty="0">
                <a:solidFill>
                  <a:schemeClr val="tx1"/>
                </a:solidFill>
                <a:effectLst>
                  <a:outerShdw blurRad="38100" dist="38100" dir="2700000" algn="tl">
                    <a:srgbClr val="000000">
                      <a:alpha val="43137"/>
                    </a:srgbClr>
                  </a:outerShdw>
                </a:effectLst>
              </a:rPr>
              <a:t>решаемые </a:t>
            </a:r>
            <a:r>
              <a:rPr lang="ru-RU" sz="3200" i="1" dirty="0" smtClean="0">
                <a:solidFill>
                  <a:schemeClr val="tx1"/>
                </a:solidFill>
                <a:effectLst>
                  <a:outerShdw blurRad="38100" dist="38100" dir="2700000" algn="tl">
                    <a:srgbClr val="000000">
                      <a:alpha val="43137"/>
                    </a:srgbClr>
                  </a:outerShdw>
                </a:effectLst>
              </a:rPr>
              <a:t>задачи</a:t>
            </a:r>
            <a:endParaRPr lang="ru-RU" sz="3200" i="1" dirty="0">
              <a:solidFill>
                <a:schemeClr val="tx1"/>
              </a:solidFill>
              <a:effectLst>
                <a:outerShdw blurRad="38100" dist="38100" dir="2700000" algn="tl">
                  <a:srgbClr val="000000">
                    <a:alpha val="43137"/>
                  </a:srgbClr>
                </a:outerShdw>
              </a:effectLst>
            </a:endParaRPr>
          </a:p>
          <a:p>
            <a:endParaRPr lang="ru-RU" sz="2800" dirty="0"/>
          </a:p>
        </p:txBody>
      </p:sp>
      <p:sp>
        <p:nvSpPr>
          <p:cNvPr id="2" name="Номер слайда 1"/>
          <p:cNvSpPr>
            <a:spLocks noGrp="1"/>
          </p:cNvSpPr>
          <p:nvPr>
            <p:ph type="sldNum" sz="quarter" idx="12"/>
          </p:nvPr>
        </p:nvSpPr>
        <p:spPr/>
        <p:txBody>
          <a:bodyPr/>
          <a:lstStyle/>
          <a:p>
            <a:fld id="{9FAF4AA5-31A0-42C4-8A8E-B444837519C6}" type="slidenum">
              <a:rPr lang="ru-RU" sz="2800" smtClean="0"/>
              <a:t>5</a:t>
            </a:fld>
            <a:endParaRPr lang="ru-RU" sz="2800"/>
          </a:p>
        </p:txBody>
      </p:sp>
    </p:spTree>
    <p:extLst>
      <p:ext uri="{BB962C8B-B14F-4D97-AF65-F5344CB8AC3E}">
        <p14:creationId xmlns:p14="http://schemas.microsoft.com/office/powerpoint/2010/main" val="42827864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19256" cy="980728"/>
          </a:xfrm>
        </p:spPr>
        <p:txBody>
          <a:bodyPr/>
          <a:lstStyle/>
          <a:p>
            <a:r>
              <a:rPr lang="ru-RU" dirty="0" smtClean="0"/>
              <a:t>ИИ</a:t>
            </a:r>
            <a:endParaRPr lang="ru-RU" dirty="0"/>
          </a:p>
        </p:txBody>
      </p:sp>
      <p:sp>
        <p:nvSpPr>
          <p:cNvPr id="3" name="Объект 2"/>
          <p:cNvSpPr>
            <a:spLocks noGrp="1"/>
          </p:cNvSpPr>
          <p:nvPr>
            <p:ph idx="1"/>
          </p:nvPr>
        </p:nvSpPr>
        <p:spPr>
          <a:xfrm>
            <a:off x="323528" y="1052736"/>
            <a:ext cx="8363272" cy="5073427"/>
          </a:xfrm>
        </p:spPr>
        <p:txBody>
          <a:bodyPr>
            <a:noAutofit/>
          </a:bodyPr>
          <a:lstStyle/>
          <a:p>
            <a:r>
              <a:rPr lang="ru-RU" sz="1800" dirty="0">
                <a:solidFill>
                  <a:schemeClr val="tx1"/>
                </a:solidFill>
                <a:latin typeface="+mn-lt"/>
              </a:rPr>
              <a:t>Научное направление, в рамках которого ставятся и решаются задачи аппаратного или программного моделирования тех видов человеческой деятельности, которые традиционно считаются интеллектуальными</a:t>
            </a:r>
            <a:r>
              <a:rPr lang="ru-RU" sz="1800" baseline="30000" dirty="0">
                <a:solidFill>
                  <a:schemeClr val="tx1"/>
                </a:solidFill>
                <a:latin typeface="+mn-lt"/>
                <a:hlinkClick r:id="rId2"/>
              </a:rPr>
              <a:t>[2]</a:t>
            </a:r>
            <a:r>
              <a:rPr lang="ru-RU" sz="1800" dirty="0">
                <a:solidFill>
                  <a:schemeClr val="tx1"/>
                </a:solidFill>
                <a:latin typeface="+mn-lt"/>
              </a:rPr>
              <a:t>.</a:t>
            </a:r>
          </a:p>
          <a:p>
            <a:r>
              <a:rPr lang="ru-RU" sz="1800" dirty="0">
                <a:solidFill>
                  <a:schemeClr val="tx1"/>
                </a:solidFill>
                <a:latin typeface="+mn-lt"/>
              </a:rPr>
              <a:t>Свойство </a:t>
            </a:r>
            <a:r>
              <a:rPr lang="ru-RU" sz="1800" dirty="0">
                <a:solidFill>
                  <a:schemeClr val="tx1"/>
                </a:solidFill>
                <a:latin typeface="+mn-lt"/>
                <a:hlinkClick r:id="rId3" tooltip="Интеллектуальная система"/>
              </a:rPr>
              <a:t>интеллектуальных систем</a:t>
            </a:r>
            <a:r>
              <a:rPr lang="ru-RU" sz="1800" dirty="0">
                <a:solidFill>
                  <a:schemeClr val="tx1"/>
                </a:solidFill>
                <a:latin typeface="+mn-lt"/>
              </a:rPr>
              <a:t> выполнять функции (творческие), которые традиционно считаются прерогативой человека. </a:t>
            </a:r>
            <a:r>
              <a:rPr lang="ru-RU" sz="1800" b="1" dirty="0">
                <a:solidFill>
                  <a:schemeClr val="tx1"/>
                </a:solidFill>
                <a:latin typeface="+mn-lt"/>
              </a:rPr>
              <a:t>При этом интеллектуальная система — это </a:t>
            </a:r>
            <a:r>
              <a:rPr lang="ru-RU" sz="1800" b="1" dirty="0">
                <a:solidFill>
                  <a:schemeClr val="tx1"/>
                </a:solidFill>
                <a:latin typeface="+mn-lt"/>
                <a:hlinkClick r:id="rId4" tooltip="Техническая система"/>
              </a:rPr>
              <a:t>техническая</a:t>
            </a:r>
            <a:r>
              <a:rPr lang="ru-RU" sz="1800" b="1" dirty="0">
                <a:solidFill>
                  <a:schemeClr val="tx1"/>
                </a:solidFill>
                <a:latin typeface="+mn-lt"/>
              </a:rPr>
              <a:t> или программная система, способная решать задачи, традиционно считающиеся творческими, принадлежащие конкретной предметной области, знания о которой хранятся в памяти такой системы.</a:t>
            </a:r>
            <a:r>
              <a:rPr lang="ru-RU" sz="1800" dirty="0">
                <a:solidFill>
                  <a:schemeClr val="tx1"/>
                </a:solidFill>
                <a:latin typeface="+mn-lt"/>
              </a:rPr>
              <a:t> Структура интеллектуальной системы включает три основных блока — базу знаний, решатель и интеллектуальный интерфейс, позволяющий вести общение с ЭВМ без специальных программ для ввода </a:t>
            </a:r>
            <a:r>
              <a:rPr lang="ru-RU" sz="1800" dirty="0" smtClean="0">
                <a:solidFill>
                  <a:schemeClr val="tx1"/>
                </a:solidFill>
                <a:latin typeface="+mn-lt"/>
              </a:rPr>
              <a:t>данных.</a:t>
            </a:r>
            <a:endParaRPr lang="ru-RU" sz="1800" dirty="0">
              <a:solidFill>
                <a:schemeClr val="tx1"/>
              </a:solidFill>
              <a:latin typeface="+mn-lt"/>
            </a:endParaRPr>
          </a:p>
          <a:p>
            <a:r>
              <a:rPr lang="ru-RU" sz="1800" dirty="0">
                <a:solidFill>
                  <a:schemeClr val="tx1"/>
                </a:solidFill>
                <a:latin typeface="+mn-lt"/>
              </a:rPr>
              <a:t>Наука под названием «Искусственный интеллект» входит в комплекс </a:t>
            </a:r>
            <a:r>
              <a:rPr lang="ru-RU" sz="1800" dirty="0">
                <a:solidFill>
                  <a:schemeClr val="tx1"/>
                </a:solidFill>
                <a:latin typeface="+mn-lt"/>
                <a:hlinkClick r:id="rId5" tooltip="Компьютерные науки"/>
              </a:rPr>
              <a:t>компьютерных наук</a:t>
            </a:r>
            <a:r>
              <a:rPr lang="ru-RU" sz="1800" dirty="0">
                <a:solidFill>
                  <a:schemeClr val="tx1"/>
                </a:solidFill>
                <a:latin typeface="+mn-lt"/>
              </a:rPr>
              <a:t>, а создаваемые на её основе технологии к </a:t>
            </a:r>
            <a:r>
              <a:rPr lang="ru-RU" sz="1800" dirty="0">
                <a:solidFill>
                  <a:schemeClr val="tx1"/>
                </a:solidFill>
                <a:latin typeface="+mn-lt"/>
                <a:hlinkClick r:id="rId6" tooltip="Информационные технологии"/>
              </a:rPr>
              <a:t>информационным технологиям</a:t>
            </a:r>
            <a:r>
              <a:rPr lang="ru-RU" sz="1800" dirty="0">
                <a:solidFill>
                  <a:schemeClr val="tx1"/>
                </a:solidFill>
                <a:latin typeface="+mn-lt"/>
              </a:rPr>
              <a:t>. Задачей этой науки является воссоздание с помощью вычислительных систем и иных искусственных устройств разумных рассуждений и </a:t>
            </a:r>
            <a:r>
              <a:rPr lang="ru-RU" sz="1800" dirty="0" smtClean="0">
                <a:solidFill>
                  <a:schemeClr val="tx1"/>
                </a:solidFill>
                <a:latin typeface="+mn-lt"/>
              </a:rPr>
              <a:t>действий.</a:t>
            </a:r>
            <a:endParaRPr lang="ru-RU" sz="1800" dirty="0">
              <a:solidFill>
                <a:schemeClr val="tx1"/>
              </a:solidFill>
              <a:latin typeface="+mn-lt"/>
            </a:endParaRPr>
          </a:p>
          <a:p>
            <a:endParaRPr lang="ru-RU" sz="1800" dirty="0">
              <a:solidFill>
                <a:schemeClr val="tx1"/>
              </a:solidFill>
              <a:latin typeface="+mn-lt"/>
            </a:endParaRPr>
          </a:p>
        </p:txBody>
      </p:sp>
      <p:sp>
        <p:nvSpPr>
          <p:cNvPr id="4" name="Номер слайда 3"/>
          <p:cNvSpPr>
            <a:spLocks noGrp="1"/>
          </p:cNvSpPr>
          <p:nvPr>
            <p:ph type="sldNum" sz="quarter" idx="12"/>
          </p:nvPr>
        </p:nvSpPr>
        <p:spPr/>
        <p:txBody>
          <a:bodyPr/>
          <a:lstStyle/>
          <a:p>
            <a:fld id="{861E3D9C-1FE4-47D7-BDAC-F8BE962FAF2A}" type="slidenum">
              <a:rPr lang="ru-RU" smtClean="0"/>
              <a:t>6</a:t>
            </a:fld>
            <a:endParaRPr lang="ru-RU"/>
          </a:p>
        </p:txBody>
      </p:sp>
    </p:spTree>
    <p:extLst>
      <p:ext uri="{BB962C8B-B14F-4D97-AF65-F5344CB8AC3E}">
        <p14:creationId xmlns:p14="http://schemas.microsoft.com/office/powerpoint/2010/main" val="4194890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188640"/>
            <a:ext cx="8229600" cy="578328"/>
          </a:xfrm>
        </p:spPr>
        <p:txBody>
          <a:bodyPr>
            <a:noAutofit/>
          </a:bodyPr>
          <a:lstStyle/>
          <a:p>
            <a:r>
              <a:rPr lang="ru-RU" sz="3600" dirty="0" smtClean="0"/>
              <a:t>Интеллектуальные системы</a:t>
            </a:r>
            <a:endParaRPr lang="ru-RU" sz="3600" dirty="0"/>
          </a:p>
        </p:txBody>
      </p:sp>
      <p:sp>
        <p:nvSpPr>
          <p:cNvPr id="3" name="Объект 2"/>
          <p:cNvSpPr>
            <a:spLocks noGrp="1"/>
          </p:cNvSpPr>
          <p:nvPr>
            <p:ph idx="1"/>
          </p:nvPr>
        </p:nvSpPr>
        <p:spPr>
          <a:xfrm>
            <a:off x="457200" y="1052736"/>
            <a:ext cx="8363272" cy="5544616"/>
          </a:xfrm>
        </p:spPr>
        <p:txBody>
          <a:bodyPr>
            <a:normAutofit lnSpcReduction="10000"/>
          </a:bodyPr>
          <a:lstStyle/>
          <a:p>
            <a:pPr marL="0" indent="0" algn="ctr">
              <a:buNone/>
            </a:pPr>
            <a:r>
              <a:rPr lang="ru-RU" dirty="0">
                <a:solidFill>
                  <a:schemeClr val="tx1"/>
                </a:solidFill>
              </a:rPr>
              <a:t>Термин </a:t>
            </a:r>
            <a:r>
              <a:rPr lang="ru-RU" b="1" i="1" dirty="0">
                <a:solidFill>
                  <a:schemeClr val="tx1"/>
                </a:solidFill>
              </a:rPr>
              <a:t>интеллект</a:t>
            </a:r>
            <a:r>
              <a:rPr lang="ru-RU" dirty="0">
                <a:solidFill>
                  <a:schemeClr val="tx1"/>
                </a:solidFill>
              </a:rPr>
              <a:t> (</a:t>
            </a:r>
            <a:r>
              <a:rPr lang="ru-RU" dirty="0" err="1">
                <a:solidFill>
                  <a:schemeClr val="tx1"/>
                </a:solidFill>
              </a:rPr>
              <a:t>intelligence</a:t>
            </a:r>
            <a:r>
              <a:rPr lang="ru-RU" dirty="0">
                <a:solidFill>
                  <a:schemeClr val="tx1"/>
                </a:solidFill>
              </a:rPr>
              <a:t>) —</a:t>
            </a:r>
            <a:r>
              <a:rPr lang="ru-RU" dirty="0" smtClean="0">
                <a:solidFill>
                  <a:schemeClr val="tx1"/>
                </a:solidFill>
              </a:rPr>
              <a:t> от лат. «</a:t>
            </a:r>
            <a:r>
              <a:rPr lang="ru-RU" dirty="0" err="1" smtClean="0">
                <a:solidFill>
                  <a:schemeClr val="tx1"/>
                </a:solidFill>
              </a:rPr>
              <a:t>intellectus</a:t>
            </a:r>
            <a:r>
              <a:rPr lang="ru-RU" dirty="0" smtClean="0">
                <a:solidFill>
                  <a:schemeClr val="tx1"/>
                </a:solidFill>
              </a:rPr>
              <a:t>», </a:t>
            </a:r>
            <a:r>
              <a:rPr lang="ru-RU" dirty="0">
                <a:solidFill>
                  <a:schemeClr val="tx1"/>
                </a:solidFill>
              </a:rPr>
              <a:t>что означает </a:t>
            </a:r>
            <a:r>
              <a:rPr lang="ru-RU" dirty="0" smtClean="0">
                <a:solidFill>
                  <a:schemeClr val="tx1"/>
                </a:solidFill>
              </a:rPr>
              <a:t>«ум</a:t>
            </a:r>
            <a:r>
              <a:rPr lang="ru-RU" dirty="0">
                <a:solidFill>
                  <a:schemeClr val="tx1"/>
                </a:solidFill>
              </a:rPr>
              <a:t>, рассудок, разум; мыслительные способности </a:t>
            </a:r>
            <a:r>
              <a:rPr lang="ru-RU" dirty="0" smtClean="0">
                <a:solidFill>
                  <a:schemeClr val="tx1"/>
                </a:solidFill>
              </a:rPr>
              <a:t>человека». </a:t>
            </a:r>
            <a:br>
              <a:rPr lang="ru-RU" dirty="0" smtClean="0">
                <a:solidFill>
                  <a:schemeClr val="tx1"/>
                </a:solidFill>
              </a:rPr>
            </a:br>
            <a:r>
              <a:rPr lang="ru-RU" dirty="0" smtClean="0">
                <a:solidFill>
                  <a:schemeClr val="tx1"/>
                </a:solidFill>
              </a:rPr>
              <a:t>Можно </a:t>
            </a:r>
            <a:r>
              <a:rPr lang="ru-RU" dirty="0">
                <a:solidFill>
                  <a:schemeClr val="tx1"/>
                </a:solidFill>
              </a:rPr>
              <a:t>сказать, что </a:t>
            </a:r>
            <a:r>
              <a:rPr lang="ru-RU" b="1" i="1" dirty="0">
                <a:solidFill>
                  <a:schemeClr val="tx1"/>
                </a:solidFill>
              </a:rPr>
              <a:t>интеллект - это</a:t>
            </a:r>
            <a:r>
              <a:rPr lang="ru-RU" dirty="0">
                <a:solidFill>
                  <a:schemeClr val="tx1"/>
                </a:solidFill>
              </a:rPr>
              <a:t> способность мозга решать (интеллектуальные) задачи путем приобретения, запоминания и целенаправленного преобразования </a:t>
            </a:r>
            <a:r>
              <a:rPr lang="ru-RU" b="1" i="1" dirty="0">
                <a:solidFill>
                  <a:schemeClr val="tx1"/>
                </a:solidFill>
              </a:rPr>
              <a:t>знаний</a:t>
            </a:r>
            <a:r>
              <a:rPr lang="ru-RU" dirty="0">
                <a:solidFill>
                  <a:schemeClr val="tx1"/>
                </a:solidFill>
              </a:rPr>
              <a:t> в процессе обучения на опыте и адаптации к разнообразным обстоятельствам. </a:t>
            </a:r>
            <a:endParaRPr lang="ru-RU" dirty="0" smtClean="0">
              <a:solidFill>
                <a:schemeClr val="tx1"/>
              </a:solidFill>
            </a:endParaRPr>
          </a:p>
          <a:p>
            <a:pPr marL="0" indent="0" algn="ctr">
              <a:buNone/>
            </a:pPr>
            <a:r>
              <a:rPr lang="ru-RU" dirty="0" smtClean="0">
                <a:solidFill>
                  <a:schemeClr val="tx1"/>
                </a:solidFill>
              </a:rPr>
              <a:t>Соответственно </a:t>
            </a:r>
            <a:r>
              <a:rPr lang="ru-RU" b="1" i="1" dirty="0">
                <a:solidFill>
                  <a:schemeClr val="tx1"/>
                </a:solidFill>
              </a:rPr>
              <a:t>искусственный интеллект</a:t>
            </a:r>
            <a:r>
              <a:rPr lang="ru-RU" dirty="0">
                <a:solidFill>
                  <a:schemeClr val="tx1"/>
                </a:solidFill>
              </a:rPr>
              <a:t> (</a:t>
            </a:r>
            <a:r>
              <a:rPr lang="ru-RU" dirty="0" err="1">
                <a:solidFill>
                  <a:schemeClr val="tx1"/>
                </a:solidFill>
              </a:rPr>
              <a:t>artificial</a:t>
            </a:r>
            <a:r>
              <a:rPr lang="ru-RU" dirty="0">
                <a:solidFill>
                  <a:schemeClr val="tx1"/>
                </a:solidFill>
              </a:rPr>
              <a:t> </a:t>
            </a:r>
            <a:r>
              <a:rPr lang="ru-RU" dirty="0" err="1">
                <a:solidFill>
                  <a:schemeClr val="tx1"/>
                </a:solidFill>
              </a:rPr>
              <a:t>intelligence</a:t>
            </a:r>
            <a:r>
              <a:rPr lang="ru-RU" dirty="0">
                <a:solidFill>
                  <a:schemeClr val="tx1"/>
                </a:solidFill>
              </a:rPr>
              <a:t>) — свойство автоматических систем брать на себя отдельные функции интеллекта человека, например, выбирать и принимать оптимальные решения на основе ранее полученного опыта и рационального анализа внешних воздействий</a:t>
            </a:r>
            <a:r>
              <a:rPr lang="ru-RU" dirty="0" smtClean="0">
                <a:solidFill>
                  <a:schemeClr val="tx1"/>
                </a:solidFill>
              </a:rPr>
              <a:t>.</a:t>
            </a:r>
            <a:endParaRPr lang="ru-RU" dirty="0">
              <a:solidFill>
                <a:schemeClr val="tx1"/>
              </a:solidFill>
            </a:endParaRPr>
          </a:p>
        </p:txBody>
      </p:sp>
      <p:sp>
        <p:nvSpPr>
          <p:cNvPr id="4" name="Номер слайда 3"/>
          <p:cNvSpPr>
            <a:spLocks noGrp="1"/>
          </p:cNvSpPr>
          <p:nvPr>
            <p:ph type="sldNum" sz="quarter" idx="12"/>
          </p:nvPr>
        </p:nvSpPr>
        <p:spPr/>
        <p:txBody>
          <a:bodyPr/>
          <a:lstStyle/>
          <a:p>
            <a:fld id="{9FAF4AA5-31A0-42C4-8A8E-B444837519C6}" type="slidenum">
              <a:rPr lang="ru-RU" sz="2800" smtClean="0"/>
              <a:t>7</a:t>
            </a:fld>
            <a:endParaRPr lang="ru-RU" sz="2800"/>
          </a:p>
        </p:txBody>
      </p:sp>
    </p:spTree>
    <p:extLst>
      <p:ext uri="{BB962C8B-B14F-4D97-AF65-F5344CB8AC3E}">
        <p14:creationId xmlns:p14="http://schemas.microsoft.com/office/powerpoint/2010/main" val="2036647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332656"/>
            <a:ext cx="8229600" cy="578328"/>
          </a:xfrm>
        </p:spPr>
        <p:txBody>
          <a:bodyPr>
            <a:noAutofit/>
          </a:bodyPr>
          <a:lstStyle/>
          <a:p>
            <a:r>
              <a:rPr lang="ru-RU" sz="3600" dirty="0" smtClean="0"/>
              <a:t>Искусственный интеллект</a:t>
            </a:r>
            <a:endParaRPr lang="ru-RU" sz="3600" dirty="0"/>
          </a:p>
        </p:txBody>
      </p:sp>
      <p:sp>
        <p:nvSpPr>
          <p:cNvPr id="3" name="Объект 2"/>
          <p:cNvSpPr>
            <a:spLocks noGrp="1"/>
          </p:cNvSpPr>
          <p:nvPr>
            <p:ph idx="1"/>
          </p:nvPr>
        </p:nvSpPr>
        <p:spPr>
          <a:xfrm>
            <a:off x="457200" y="1340768"/>
            <a:ext cx="8229600" cy="4983832"/>
          </a:xfrm>
        </p:spPr>
        <p:txBody>
          <a:bodyPr>
            <a:normAutofit/>
          </a:bodyPr>
          <a:lstStyle/>
          <a:p>
            <a:pPr marL="0" indent="0" algn="ctr">
              <a:buNone/>
            </a:pPr>
            <a:r>
              <a:rPr lang="ru-RU" sz="3200" dirty="0">
                <a:solidFill>
                  <a:schemeClr val="tx1"/>
                </a:solidFill>
              </a:rPr>
              <a:t>В 1950 году британский математик Алан Тьюринг опубликовал в журнале «</a:t>
            </a:r>
            <a:r>
              <a:rPr lang="ru-RU" sz="3200" dirty="0" err="1">
                <a:solidFill>
                  <a:schemeClr val="tx1"/>
                </a:solidFill>
              </a:rPr>
              <a:t>Mind</a:t>
            </a:r>
            <a:r>
              <a:rPr lang="ru-RU" sz="3200" dirty="0">
                <a:solidFill>
                  <a:schemeClr val="tx1"/>
                </a:solidFill>
              </a:rPr>
              <a:t>» свою работу «Вычислительная машина и интеллект», в которой описал тест для проверки программы на </a:t>
            </a:r>
            <a:r>
              <a:rPr lang="ru-RU" sz="3200" dirty="0" smtClean="0">
                <a:solidFill>
                  <a:schemeClr val="tx1"/>
                </a:solidFill>
              </a:rPr>
              <a:t>интеллектуальность и предложил </a:t>
            </a:r>
            <a:r>
              <a:rPr lang="ru-RU" sz="3200" dirty="0">
                <a:solidFill>
                  <a:schemeClr val="tx1"/>
                </a:solidFill>
              </a:rPr>
              <a:t>называть интеллектуальным такое поведение программы, которое будет моделировать разумное поведение человека.</a:t>
            </a:r>
          </a:p>
        </p:txBody>
      </p:sp>
      <p:sp>
        <p:nvSpPr>
          <p:cNvPr id="4" name="Номер слайда 3"/>
          <p:cNvSpPr>
            <a:spLocks noGrp="1"/>
          </p:cNvSpPr>
          <p:nvPr>
            <p:ph type="sldNum" sz="quarter" idx="12"/>
          </p:nvPr>
        </p:nvSpPr>
        <p:spPr/>
        <p:txBody>
          <a:bodyPr/>
          <a:lstStyle/>
          <a:p>
            <a:fld id="{9FAF4AA5-31A0-42C4-8A8E-B444837519C6}" type="slidenum">
              <a:rPr lang="ru-RU" sz="2800" smtClean="0"/>
              <a:t>8</a:t>
            </a:fld>
            <a:endParaRPr lang="ru-RU" sz="2800"/>
          </a:p>
        </p:txBody>
      </p:sp>
    </p:spTree>
    <p:extLst>
      <p:ext uri="{BB962C8B-B14F-4D97-AF65-F5344CB8AC3E}">
        <p14:creationId xmlns:p14="http://schemas.microsoft.com/office/powerpoint/2010/main" val="36765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260648"/>
            <a:ext cx="8229600" cy="722344"/>
          </a:xfrm>
        </p:spPr>
        <p:txBody>
          <a:bodyPr>
            <a:normAutofit fontScale="90000"/>
          </a:bodyPr>
          <a:lstStyle/>
          <a:p>
            <a:r>
              <a:rPr lang="ru-RU" sz="3600" dirty="0" smtClean="0"/>
              <a:t>Искусственный интеллект</a:t>
            </a:r>
            <a:endParaRPr lang="ru-RU" sz="3600" dirty="0"/>
          </a:p>
        </p:txBody>
      </p:sp>
      <p:sp>
        <p:nvSpPr>
          <p:cNvPr id="3" name="Объект 2"/>
          <p:cNvSpPr>
            <a:spLocks noGrp="1"/>
          </p:cNvSpPr>
          <p:nvPr>
            <p:ph idx="1"/>
          </p:nvPr>
        </p:nvSpPr>
        <p:spPr>
          <a:xfrm>
            <a:off x="251520" y="1340768"/>
            <a:ext cx="8640960" cy="4389120"/>
          </a:xfrm>
        </p:spPr>
        <p:txBody>
          <a:bodyPr>
            <a:noAutofit/>
          </a:bodyPr>
          <a:lstStyle/>
          <a:p>
            <a:r>
              <a:rPr lang="ru-RU" b="1" dirty="0" smtClean="0">
                <a:solidFill>
                  <a:schemeClr val="tx1"/>
                </a:solidFill>
              </a:rPr>
              <a:t>Искусственный интеллект</a:t>
            </a:r>
            <a:r>
              <a:rPr lang="ru-RU" dirty="0" smtClean="0">
                <a:solidFill>
                  <a:schemeClr val="tx1"/>
                </a:solidFill>
              </a:rPr>
              <a:t> – это область </a:t>
            </a:r>
            <a:r>
              <a:rPr lang="ru-RU" dirty="0">
                <a:solidFill>
                  <a:schemeClr val="tx1"/>
                </a:solidFill>
              </a:rPr>
              <a:t>компьютерных наук, </a:t>
            </a:r>
            <a:r>
              <a:rPr lang="ru-RU" dirty="0" smtClean="0">
                <a:solidFill>
                  <a:schemeClr val="tx1"/>
                </a:solidFill>
              </a:rPr>
              <a:t>занимающаяся </a:t>
            </a:r>
            <a:r>
              <a:rPr lang="ru-RU" dirty="0">
                <a:solidFill>
                  <a:schemeClr val="tx1"/>
                </a:solidFill>
              </a:rPr>
              <a:t>исследованием и автоматизацией разумного </a:t>
            </a:r>
            <a:r>
              <a:rPr lang="ru-RU" dirty="0" smtClean="0">
                <a:solidFill>
                  <a:schemeClr val="tx1"/>
                </a:solidFill>
              </a:rPr>
              <a:t>поведения </a:t>
            </a:r>
          </a:p>
          <a:p>
            <a:r>
              <a:rPr lang="ru-RU" b="1" dirty="0">
                <a:solidFill>
                  <a:schemeClr val="tx1"/>
                </a:solidFill>
              </a:rPr>
              <a:t>Искусственный интеллект</a:t>
            </a:r>
            <a:r>
              <a:rPr lang="ru-RU" dirty="0" smtClean="0">
                <a:solidFill>
                  <a:schemeClr val="tx1"/>
                </a:solidFill>
              </a:rPr>
              <a:t> – это одно </a:t>
            </a:r>
            <a:r>
              <a:rPr lang="ru-RU" dirty="0">
                <a:solidFill>
                  <a:schemeClr val="tx1"/>
                </a:solidFill>
              </a:rPr>
              <a:t>из направлений информатики, целью которого является разработка аппаратно-программных средств, позволяющих пользователю-непрограммисту ставить и решать свои, традиционно считающиеся интеллектуальными задачи, общаясь с ЭВМ на ограниченном подмножестве естественного </a:t>
            </a:r>
            <a:r>
              <a:rPr lang="ru-RU" dirty="0" smtClean="0">
                <a:solidFill>
                  <a:schemeClr val="tx1"/>
                </a:solidFill>
              </a:rPr>
              <a:t>языка </a:t>
            </a:r>
            <a:endParaRPr lang="ru-RU" dirty="0">
              <a:solidFill>
                <a:schemeClr val="tx1"/>
              </a:solidFill>
            </a:endParaRPr>
          </a:p>
        </p:txBody>
      </p:sp>
      <p:sp>
        <p:nvSpPr>
          <p:cNvPr id="4" name="Номер слайда 3"/>
          <p:cNvSpPr>
            <a:spLocks noGrp="1"/>
          </p:cNvSpPr>
          <p:nvPr>
            <p:ph type="sldNum" sz="quarter" idx="12"/>
          </p:nvPr>
        </p:nvSpPr>
        <p:spPr/>
        <p:txBody>
          <a:bodyPr/>
          <a:lstStyle/>
          <a:p>
            <a:fld id="{9FAF4AA5-31A0-42C4-8A8E-B444837519C6}" type="slidenum">
              <a:rPr lang="ru-RU" sz="2800" smtClean="0"/>
              <a:t>9</a:t>
            </a:fld>
            <a:endParaRPr lang="ru-RU" sz="2800"/>
          </a:p>
        </p:txBody>
      </p:sp>
    </p:spTree>
    <p:extLst>
      <p:ext uri="{BB962C8B-B14F-4D97-AF65-F5344CB8AC3E}">
        <p14:creationId xmlns:p14="http://schemas.microsoft.com/office/powerpoint/2010/main" val="1152576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628800"/>
            <a:ext cx="8229600" cy="4695800"/>
          </a:xfrm>
        </p:spPr>
        <p:txBody>
          <a:bodyPr>
            <a:normAutofit/>
          </a:bodyPr>
          <a:lstStyle/>
          <a:p>
            <a:pPr marL="0" indent="0" algn="ctr">
              <a:buNone/>
            </a:pPr>
            <a:r>
              <a:rPr lang="ru-RU" sz="3200" b="1" dirty="0" smtClean="0">
                <a:solidFill>
                  <a:schemeClr val="tx1"/>
                </a:solidFill>
              </a:rPr>
              <a:t>Интеллектуальная система </a:t>
            </a:r>
            <a:r>
              <a:rPr lang="ru-RU" sz="3200" b="1" dirty="0">
                <a:solidFill>
                  <a:schemeClr val="tx1"/>
                </a:solidFill>
              </a:rPr>
              <a:t>– это адаптивная система</a:t>
            </a:r>
            <a:r>
              <a:rPr lang="ru-RU" sz="3200" dirty="0">
                <a:solidFill>
                  <a:schemeClr val="tx1"/>
                </a:solidFill>
              </a:rPr>
              <a:t>, </a:t>
            </a:r>
            <a:r>
              <a:rPr lang="ru-RU" sz="3200" dirty="0" smtClean="0">
                <a:solidFill>
                  <a:schemeClr val="tx1"/>
                </a:solidFill>
              </a:rPr>
              <a:t>позволяющая </a:t>
            </a:r>
            <a:r>
              <a:rPr lang="ru-RU" sz="3200" dirty="0">
                <a:solidFill>
                  <a:schemeClr val="tx1"/>
                </a:solidFill>
              </a:rPr>
              <a:t>строить программы целесообразной деятельности по решению поставленных перед ними задач на основании конкретной ситуации, складывающейся на данный момент в окружающей их среде. </a:t>
            </a:r>
          </a:p>
        </p:txBody>
      </p:sp>
      <p:sp>
        <p:nvSpPr>
          <p:cNvPr id="4" name="Заголовок 1"/>
          <p:cNvSpPr>
            <a:spLocks noGrp="1"/>
          </p:cNvSpPr>
          <p:nvPr>
            <p:ph type="title"/>
          </p:nvPr>
        </p:nvSpPr>
        <p:spPr>
          <a:xfrm>
            <a:off x="467544" y="476672"/>
            <a:ext cx="8229600" cy="504056"/>
          </a:xfrm>
        </p:spPr>
        <p:txBody>
          <a:bodyPr>
            <a:noAutofit/>
          </a:bodyPr>
          <a:lstStyle/>
          <a:p>
            <a:r>
              <a:rPr lang="ru-RU" sz="3600" dirty="0" smtClean="0"/>
              <a:t>Искусственный интеллект</a:t>
            </a:r>
            <a:endParaRPr lang="ru-RU" sz="3600" dirty="0"/>
          </a:p>
        </p:txBody>
      </p:sp>
      <p:sp>
        <p:nvSpPr>
          <p:cNvPr id="2" name="Номер слайда 1"/>
          <p:cNvSpPr>
            <a:spLocks noGrp="1"/>
          </p:cNvSpPr>
          <p:nvPr>
            <p:ph type="sldNum" sz="quarter" idx="12"/>
          </p:nvPr>
        </p:nvSpPr>
        <p:spPr/>
        <p:txBody>
          <a:bodyPr/>
          <a:lstStyle/>
          <a:p>
            <a:fld id="{9FAF4AA5-31A0-42C4-8A8E-B444837519C6}" type="slidenum">
              <a:rPr lang="ru-RU" sz="2800" smtClean="0"/>
              <a:t>10</a:t>
            </a:fld>
            <a:endParaRPr lang="ru-RU" sz="2800" dirty="0"/>
          </a:p>
        </p:txBody>
      </p:sp>
    </p:spTree>
    <p:extLst>
      <p:ext uri="{BB962C8B-B14F-4D97-AF65-F5344CB8AC3E}">
        <p14:creationId xmlns:p14="http://schemas.microsoft.com/office/powerpoint/2010/main" val="2379933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268760"/>
            <a:ext cx="8229600" cy="5055840"/>
          </a:xfrm>
        </p:spPr>
        <p:txBody>
          <a:bodyPr>
            <a:normAutofit/>
          </a:bodyPr>
          <a:lstStyle/>
          <a:p>
            <a:pPr marL="0" indent="0">
              <a:buNone/>
            </a:pPr>
            <a:r>
              <a:rPr lang="ru-RU" b="1" dirty="0" smtClean="0"/>
              <a:t>Адаптивная </a:t>
            </a:r>
            <a:r>
              <a:rPr lang="ru-RU" b="1" dirty="0"/>
              <a:t>система</a:t>
            </a:r>
            <a:r>
              <a:rPr lang="ru-RU" dirty="0"/>
              <a:t> </a:t>
            </a:r>
            <a:r>
              <a:rPr lang="ru-RU" dirty="0" smtClean="0"/>
              <a:t>– это система</a:t>
            </a:r>
            <a:r>
              <a:rPr lang="ru-RU" dirty="0"/>
              <a:t>, </a:t>
            </a:r>
            <a:r>
              <a:rPr lang="ru-RU" dirty="0" smtClean="0"/>
              <a:t>сохраняющая </a:t>
            </a:r>
            <a:r>
              <a:rPr lang="ru-RU" dirty="0"/>
              <a:t>работоспособность при непредвиденных изменениях свойств управляемого объекта, целей управления или окружающей среды путем смены алгоритма функционирования, программы поведения или поиска оптимальных, в некоторых случаях просто эффективных, решений и состояний. </a:t>
            </a:r>
            <a:endParaRPr lang="ru-RU" dirty="0" smtClean="0"/>
          </a:p>
          <a:p>
            <a:pPr marL="0" indent="0">
              <a:buNone/>
            </a:pPr>
            <a:endParaRPr lang="ru-RU" dirty="0"/>
          </a:p>
          <a:p>
            <a:pPr marL="0" indent="0">
              <a:buNone/>
            </a:pPr>
            <a:r>
              <a:rPr lang="ru-RU" dirty="0" smtClean="0"/>
              <a:t>Традиционно</a:t>
            </a:r>
            <a:r>
              <a:rPr lang="ru-RU" dirty="0"/>
              <a:t>, по способу адаптации различают </a:t>
            </a:r>
            <a:r>
              <a:rPr lang="ru-RU" i="1" dirty="0">
                <a:effectLst>
                  <a:outerShdw blurRad="38100" dist="38100" dir="2700000" algn="tl">
                    <a:srgbClr val="000000">
                      <a:alpha val="43137"/>
                    </a:srgbClr>
                  </a:outerShdw>
                </a:effectLst>
              </a:rPr>
              <a:t>самонастраивающиеся, самообучающиеся и самоорганизующиеся системы</a:t>
            </a:r>
            <a:r>
              <a:rPr lang="ru-RU" dirty="0" smtClean="0"/>
              <a:t>.</a:t>
            </a:r>
            <a:endParaRPr lang="ru-RU" dirty="0"/>
          </a:p>
        </p:txBody>
      </p:sp>
      <p:sp>
        <p:nvSpPr>
          <p:cNvPr id="5" name="Заголовок 1"/>
          <p:cNvSpPr txBox="1">
            <a:spLocks/>
          </p:cNvSpPr>
          <p:nvPr/>
        </p:nvSpPr>
        <p:spPr>
          <a:xfrm>
            <a:off x="374848" y="188640"/>
            <a:ext cx="8229600" cy="578328"/>
          </a:xfrm>
          <a:prstGeom prst="rect">
            <a:avLst/>
          </a:prstGeom>
        </p:spPr>
        <p:txBody>
          <a:bodyPr vert="horz" lIns="0" rIns="0" bIns="0" anchor="b">
            <a:no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ru-RU" sz="3600" smtClean="0"/>
              <a:t>Искусственный интеллект</a:t>
            </a:r>
            <a:endParaRPr lang="ru-RU" sz="3600" dirty="0"/>
          </a:p>
        </p:txBody>
      </p:sp>
      <p:sp>
        <p:nvSpPr>
          <p:cNvPr id="2" name="Номер слайда 1"/>
          <p:cNvSpPr>
            <a:spLocks noGrp="1"/>
          </p:cNvSpPr>
          <p:nvPr>
            <p:ph type="sldNum" sz="quarter" idx="12"/>
          </p:nvPr>
        </p:nvSpPr>
        <p:spPr/>
        <p:txBody>
          <a:bodyPr/>
          <a:lstStyle/>
          <a:p>
            <a:fld id="{9FAF4AA5-31A0-42C4-8A8E-B444837519C6}" type="slidenum">
              <a:rPr lang="ru-RU" sz="2800" smtClean="0"/>
              <a:t>11</a:t>
            </a:fld>
            <a:endParaRPr lang="ru-RU" sz="2800"/>
          </a:p>
        </p:txBody>
      </p:sp>
    </p:spTree>
    <p:extLst>
      <p:ext uri="{BB962C8B-B14F-4D97-AF65-F5344CB8AC3E}">
        <p14:creationId xmlns:p14="http://schemas.microsoft.com/office/powerpoint/2010/main" val="10516101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196752"/>
            <a:ext cx="8229600" cy="5127848"/>
          </a:xfrm>
        </p:spPr>
        <p:txBody>
          <a:bodyPr/>
          <a:lstStyle/>
          <a:p>
            <a:r>
              <a:rPr lang="ru-RU" b="1" dirty="0">
                <a:solidFill>
                  <a:schemeClr val="tx1"/>
                </a:solidFill>
              </a:rPr>
              <a:t>Формирование искусственного</a:t>
            </a:r>
            <a:r>
              <a:rPr lang="ru-RU" dirty="0">
                <a:solidFill>
                  <a:schemeClr val="tx1"/>
                </a:solidFill>
              </a:rPr>
              <a:t> </a:t>
            </a:r>
            <a:r>
              <a:rPr lang="ru-RU" b="1" dirty="0">
                <a:solidFill>
                  <a:schemeClr val="tx1"/>
                </a:solidFill>
              </a:rPr>
              <a:t>интеллекта</a:t>
            </a:r>
            <a:r>
              <a:rPr lang="ru-RU" dirty="0">
                <a:solidFill>
                  <a:schemeClr val="tx1"/>
                </a:solidFill>
              </a:rPr>
              <a:t> как науки произошло в </a:t>
            </a:r>
            <a:r>
              <a:rPr lang="ru-RU" b="1" dirty="0">
                <a:solidFill>
                  <a:schemeClr val="tx1"/>
                </a:solidFill>
              </a:rPr>
              <a:t>1956 году.</a:t>
            </a:r>
            <a:r>
              <a:rPr lang="ru-RU" dirty="0">
                <a:solidFill>
                  <a:schemeClr val="tx1"/>
                </a:solidFill>
              </a:rPr>
              <a:t> </a:t>
            </a:r>
            <a:endParaRPr lang="ru-RU" dirty="0" smtClean="0">
              <a:solidFill>
                <a:schemeClr val="tx1"/>
              </a:solidFill>
            </a:endParaRPr>
          </a:p>
          <a:p>
            <a:pPr marL="0" indent="0">
              <a:buNone/>
            </a:pPr>
            <a:r>
              <a:rPr lang="ru-RU" dirty="0" smtClean="0">
                <a:solidFill>
                  <a:schemeClr val="tx1"/>
                </a:solidFill>
              </a:rPr>
              <a:t>Д</a:t>
            </a:r>
            <a:r>
              <a:rPr lang="ru-RU" dirty="0">
                <a:solidFill>
                  <a:schemeClr val="tx1"/>
                </a:solidFill>
              </a:rPr>
              <a:t>. Маккарти, М. Минский, К. Шеннон и Н. Рочестер организовали двухмесячный семинар в </a:t>
            </a:r>
            <a:r>
              <a:rPr lang="ru-RU" dirty="0" smtClean="0">
                <a:solidFill>
                  <a:schemeClr val="tx1"/>
                </a:solidFill>
              </a:rPr>
              <a:t>Дартмутском колледже (США) </a:t>
            </a:r>
            <a:r>
              <a:rPr lang="ru-RU" dirty="0">
                <a:solidFill>
                  <a:schemeClr val="tx1"/>
                </a:solidFill>
              </a:rPr>
              <a:t>для американских исследователей, занимающихся теорией автоматов, нейронными сетями, интеллектом. Хотя исследования в этой области уже активно велись, но именно на этом семинаре появились термин и отдельная наука – </a:t>
            </a:r>
            <a:r>
              <a:rPr lang="ru-RU" i="1" dirty="0">
                <a:solidFill>
                  <a:schemeClr val="tx1"/>
                </a:solidFill>
              </a:rPr>
              <a:t>искусственный интеллект</a:t>
            </a:r>
            <a:r>
              <a:rPr lang="ru-RU" dirty="0">
                <a:solidFill>
                  <a:schemeClr val="tx1"/>
                </a:solidFill>
              </a:rPr>
              <a:t>. </a:t>
            </a:r>
          </a:p>
          <a:p>
            <a:endParaRPr lang="ru-RU" dirty="0">
              <a:solidFill>
                <a:schemeClr val="tx1"/>
              </a:solidFill>
            </a:endParaRPr>
          </a:p>
        </p:txBody>
      </p:sp>
      <p:sp>
        <p:nvSpPr>
          <p:cNvPr id="4" name="Заголовок 1"/>
          <p:cNvSpPr>
            <a:spLocks noGrp="1"/>
          </p:cNvSpPr>
          <p:nvPr>
            <p:ph type="title"/>
          </p:nvPr>
        </p:nvSpPr>
        <p:spPr>
          <a:xfrm>
            <a:off x="467544" y="260648"/>
            <a:ext cx="8229600" cy="650336"/>
          </a:xfrm>
        </p:spPr>
        <p:txBody>
          <a:bodyPr>
            <a:noAutofit/>
          </a:bodyPr>
          <a:lstStyle/>
          <a:p>
            <a:pPr>
              <a:lnSpc>
                <a:spcPct val="100000"/>
              </a:lnSpc>
            </a:pPr>
            <a:r>
              <a:rPr lang="ru-RU" sz="3200" dirty="0" smtClean="0"/>
              <a:t>Искусственный интеллект – история развития</a:t>
            </a:r>
            <a:endParaRPr lang="ru-RU" sz="3200" dirty="0"/>
          </a:p>
        </p:txBody>
      </p:sp>
      <p:sp>
        <p:nvSpPr>
          <p:cNvPr id="2" name="Номер слайда 1"/>
          <p:cNvSpPr>
            <a:spLocks noGrp="1"/>
          </p:cNvSpPr>
          <p:nvPr>
            <p:ph type="sldNum" sz="quarter" idx="12"/>
          </p:nvPr>
        </p:nvSpPr>
        <p:spPr/>
        <p:txBody>
          <a:bodyPr/>
          <a:lstStyle/>
          <a:p>
            <a:fld id="{9FAF4AA5-31A0-42C4-8A8E-B444837519C6}" type="slidenum">
              <a:rPr lang="ru-RU" sz="2800" smtClean="0"/>
              <a:t>12</a:t>
            </a:fld>
            <a:endParaRPr lang="ru-RU" sz="2800"/>
          </a:p>
        </p:txBody>
      </p:sp>
    </p:spTree>
    <p:extLst>
      <p:ext uri="{BB962C8B-B14F-4D97-AF65-F5344CB8AC3E}">
        <p14:creationId xmlns:p14="http://schemas.microsoft.com/office/powerpoint/2010/main" val="622919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980728"/>
            <a:ext cx="8229600" cy="5688632"/>
          </a:xfrm>
        </p:spPr>
        <p:txBody>
          <a:bodyPr>
            <a:noAutofit/>
          </a:bodyPr>
          <a:lstStyle/>
          <a:p>
            <a:r>
              <a:rPr lang="ru-RU" sz="2500" dirty="0">
                <a:solidFill>
                  <a:schemeClr val="tx1"/>
                </a:solidFill>
                <a:latin typeface="Arial Narrow" pitchFamily="34" charset="0"/>
              </a:rPr>
              <a:t>В 1958 году Д. Маккарти определил новый язык высокого уровня </a:t>
            </a:r>
            <a:r>
              <a:rPr lang="ru-RU" sz="2500" b="1" dirty="0" err="1">
                <a:solidFill>
                  <a:schemeClr val="tx1"/>
                </a:solidFill>
                <a:latin typeface="Arial Narrow" pitchFamily="34" charset="0"/>
              </a:rPr>
              <a:t>Lisp</a:t>
            </a:r>
            <a:r>
              <a:rPr lang="ru-RU" sz="2500" dirty="0">
                <a:solidFill>
                  <a:schemeClr val="tx1"/>
                </a:solidFill>
                <a:latin typeface="Arial Narrow" pitchFamily="34" charset="0"/>
              </a:rPr>
              <a:t>, который стал доминирующим для искусственного интеллекта.</a:t>
            </a:r>
          </a:p>
          <a:p>
            <a:r>
              <a:rPr lang="ru-RU" sz="2500" dirty="0">
                <a:solidFill>
                  <a:schemeClr val="tx1"/>
                </a:solidFill>
                <a:latin typeface="Arial Narrow" pitchFamily="34" charset="0"/>
              </a:rPr>
              <a:t>Первые нейросети появились в конце 50-х годов. В 1957 году Ф. </a:t>
            </a:r>
            <a:r>
              <a:rPr lang="ru-RU" sz="2500" dirty="0" err="1">
                <a:solidFill>
                  <a:schemeClr val="tx1"/>
                </a:solidFill>
                <a:latin typeface="Arial Narrow" pitchFamily="34" charset="0"/>
              </a:rPr>
              <a:t>Розенблаттом</a:t>
            </a:r>
            <a:r>
              <a:rPr lang="ru-RU" sz="2500" dirty="0">
                <a:solidFill>
                  <a:schemeClr val="tx1"/>
                </a:solidFill>
                <a:latin typeface="Arial Narrow" pitchFamily="34" charset="0"/>
              </a:rPr>
              <a:t> была предпринята попытка создать систему, моделирующую человеческий глаз и его взаимодействие с мозгом, – </a:t>
            </a:r>
            <a:r>
              <a:rPr lang="ru-RU" sz="2500" b="1" dirty="0">
                <a:solidFill>
                  <a:schemeClr val="tx1"/>
                </a:solidFill>
                <a:latin typeface="Arial Narrow" pitchFamily="34" charset="0"/>
              </a:rPr>
              <a:t>персептрон</a:t>
            </a:r>
            <a:r>
              <a:rPr lang="ru-RU" sz="2500" dirty="0">
                <a:solidFill>
                  <a:schemeClr val="tx1"/>
                </a:solidFill>
                <a:latin typeface="Arial Narrow" pitchFamily="34" charset="0"/>
              </a:rPr>
              <a:t>. </a:t>
            </a:r>
          </a:p>
          <a:p>
            <a:r>
              <a:rPr lang="ru-RU" sz="2500" dirty="0">
                <a:solidFill>
                  <a:schemeClr val="tx1"/>
                </a:solidFill>
                <a:latin typeface="Arial Narrow" pitchFamily="34" charset="0"/>
              </a:rPr>
              <a:t>Первая международная конференция по искусственному интеллекту (IJCAI) состоялась в 1969 году в Вашингтоне.</a:t>
            </a:r>
          </a:p>
          <a:p>
            <a:r>
              <a:rPr lang="ru-RU" sz="2500" dirty="0">
                <a:solidFill>
                  <a:schemeClr val="tx1"/>
                </a:solidFill>
                <a:latin typeface="Arial Narrow" pitchFamily="34" charset="0"/>
              </a:rPr>
              <a:t>В 1963 году Д. Робинсон реализовал метод автоматического доказательства теорем, получивший название «принцип резолюции», и на основе этого метода в 1973 году был создан язык логического программирования </a:t>
            </a:r>
            <a:r>
              <a:rPr lang="ru-RU" sz="2500" b="1" dirty="0" err="1">
                <a:solidFill>
                  <a:schemeClr val="tx1"/>
                </a:solidFill>
                <a:latin typeface="Arial Narrow" pitchFamily="34" charset="0"/>
              </a:rPr>
              <a:t>Prolog</a:t>
            </a:r>
            <a:r>
              <a:rPr lang="ru-RU" sz="2500" i="1" dirty="0">
                <a:solidFill>
                  <a:schemeClr val="tx1"/>
                </a:solidFill>
                <a:latin typeface="Arial Narrow" pitchFamily="34" charset="0"/>
              </a:rPr>
              <a:t>. </a:t>
            </a:r>
            <a:endParaRPr lang="ru-RU" sz="2500" dirty="0">
              <a:solidFill>
                <a:schemeClr val="tx1"/>
              </a:solidFill>
              <a:latin typeface="Arial Narrow" pitchFamily="34" charset="0"/>
            </a:endParaRPr>
          </a:p>
        </p:txBody>
      </p:sp>
      <p:sp>
        <p:nvSpPr>
          <p:cNvPr id="4" name="Заголовок 1"/>
          <p:cNvSpPr>
            <a:spLocks noGrp="1"/>
          </p:cNvSpPr>
          <p:nvPr>
            <p:ph type="title"/>
          </p:nvPr>
        </p:nvSpPr>
        <p:spPr>
          <a:xfrm>
            <a:off x="395536" y="332656"/>
            <a:ext cx="8229600" cy="506320"/>
          </a:xfrm>
        </p:spPr>
        <p:txBody>
          <a:bodyPr>
            <a:noAutofit/>
          </a:bodyPr>
          <a:lstStyle/>
          <a:p>
            <a:pPr>
              <a:lnSpc>
                <a:spcPct val="100000"/>
              </a:lnSpc>
            </a:pPr>
            <a:r>
              <a:rPr lang="ru-RU" sz="3200" dirty="0" smtClean="0"/>
              <a:t>Искусственный интеллект – история развития</a:t>
            </a:r>
            <a:endParaRPr lang="ru-RU" sz="3200" dirty="0"/>
          </a:p>
        </p:txBody>
      </p:sp>
      <p:sp>
        <p:nvSpPr>
          <p:cNvPr id="2" name="Номер слайда 1"/>
          <p:cNvSpPr>
            <a:spLocks noGrp="1"/>
          </p:cNvSpPr>
          <p:nvPr>
            <p:ph type="sldNum" sz="quarter" idx="12"/>
          </p:nvPr>
        </p:nvSpPr>
        <p:spPr/>
        <p:txBody>
          <a:bodyPr/>
          <a:lstStyle/>
          <a:p>
            <a:fld id="{9FAF4AA5-31A0-42C4-8A8E-B444837519C6}" type="slidenum">
              <a:rPr lang="ru-RU" sz="2800" smtClean="0"/>
              <a:t>13</a:t>
            </a:fld>
            <a:endParaRPr lang="ru-RU" sz="2800" dirty="0"/>
          </a:p>
        </p:txBody>
      </p:sp>
    </p:spTree>
    <p:extLst>
      <p:ext uri="{BB962C8B-B14F-4D97-AF65-F5344CB8AC3E}">
        <p14:creationId xmlns:p14="http://schemas.microsoft.com/office/powerpoint/2010/main" val="1626841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124744"/>
            <a:ext cx="8229600" cy="5199856"/>
          </a:xfrm>
        </p:spPr>
        <p:txBody>
          <a:bodyPr>
            <a:normAutofit lnSpcReduction="10000"/>
          </a:bodyPr>
          <a:lstStyle/>
          <a:p>
            <a:r>
              <a:rPr lang="ru-RU" dirty="0">
                <a:solidFill>
                  <a:schemeClr val="tx1"/>
                </a:solidFill>
              </a:rPr>
              <a:t>В США </a:t>
            </a:r>
            <a:r>
              <a:rPr lang="ru-RU" dirty="0" smtClean="0">
                <a:solidFill>
                  <a:schemeClr val="tx1"/>
                </a:solidFill>
              </a:rPr>
              <a:t>в середине 60-х годов 20 века появились </a:t>
            </a:r>
            <a:r>
              <a:rPr lang="ru-RU" dirty="0">
                <a:solidFill>
                  <a:schemeClr val="tx1"/>
                </a:solidFill>
              </a:rPr>
              <a:t>первые коммерческие системы, основанные на знаниях, – </a:t>
            </a:r>
            <a:r>
              <a:rPr lang="ru-RU" i="1" dirty="0">
                <a:solidFill>
                  <a:schemeClr val="tx1"/>
                </a:solidFill>
              </a:rPr>
              <a:t>экспертные системы.</a:t>
            </a:r>
            <a:r>
              <a:rPr lang="ru-RU" dirty="0">
                <a:solidFill>
                  <a:schemeClr val="tx1"/>
                </a:solidFill>
              </a:rPr>
              <a:t> Происходит коммерциализация искусственного интеллекта. Растут ежегодные капиталовложения и интерес к </a:t>
            </a:r>
            <a:r>
              <a:rPr lang="ru-RU" i="1" dirty="0">
                <a:solidFill>
                  <a:schemeClr val="tx1"/>
                </a:solidFill>
              </a:rPr>
              <a:t>самообучающимся системам</a:t>
            </a:r>
            <a:r>
              <a:rPr lang="ru-RU" dirty="0">
                <a:solidFill>
                  <a:schemeClr val="tx1"/>
                </a:solidFill>
              </a:rPr>
              <a:t>, создаются промышленные экспертные системы. Разрабатываются </a:t>
            </a:r>
            <a:r>
              <a:rPr lang="ru-RU" i="1" dirty="0">
                <a:solidFill>
                  <a:schemeClr val="tx1"/>
                </a:solidFill>
              </a:rPr>
              <a:t>методы представления знаний</a:t>
            </a:r>
            <a:r>
              <a:rPr lang="ru-RU" dirty="0">
                <a:solidFill>
                  <a:schemeClr val="tx1"/>
                </a:solidFill>
              </a:rPr>
              <a:t>.</a:t>
            </a:r>
          </a:p>
          <a:p>
            <a:r>
              <a:rPr lang="ru-RU" dirty="0">
                <a:solidFill>
                  <a:schemeClr val="tx1"/>
                </a:solidFill>
              </a:rPr>
              <a:t>В 1981 году Япония, в рамках 10-летнего плана по разработке интеллектуальных компьютеров на базе </a:t>
            </a:r>
            <a:r>
              <a:rPr lang="ru-RU" dirty="0" err="1">
                <a:solidFill>
                  <a:schemeClr val="tx1"/>
                </a:solidFill>
              </a:rPr>
              <a:t>Prolog</a:t>
            </a:r>
            <a:r>
              <a:rPr lang="ru-RU" dirty="0">
                <a:solidFill>
                  <a:schemeClr val="tx1"/>
                </a:solidFill>
              </a:rPr>
              <a:t>, приступила к разработке компьютера 5-го поколения, основанного на знаниях. 1986 год стал годом возрождения интереса к нейронным сетям. </a:t>
            </a:r>
          </a:p>
        </p:txBody>
      </p:sp>
      <p:sp>
        <p:nvSpPr>
          <p:cNvPr id="4" name="Заголовок 1"/>
          <p:cNvSpPr>
            <a:spLocks noGrp="1"/>
          </p:cNvSpPr>
          <p:nvPr>
            <p:ph type="title"/>
          </p:nvPr>
        </p:nvSpPr>
        <p:spPr>
          <a:xfrm>
            <a:off x="467544" y="332656"/>
            <a:ext cx="8229600" cy="506320"/>
          </a:xfrm>
        </p:spPr>
        <p:txBody>
          <a:bodyPr>
            <a:noAutofit/>
          </a:bodyPr>
          <a:lstStyle/>
          <a:p>
            <a:pPr>
              <a:lnSpc>
                <a:spcPct val="100000"/>
              </a:lnSpc>
            </a:pPr>
            <a:r>
              <a:rPr lang="ru-RU" sz="3200" dirty="0" smtClean="0"/>
              <a:t>Искусственный интеллект – история развития</a:t>
            </a:r>
            <a:endParaRPr lang="ru-RU" sz="3200" dirty="0"/>
          </a:p>
        </p:txBody>
      </p:sp>
      <p:sp>
        <p:nvSpPr>
          <p:cNvPr id="2" name="Номер слайда 1"/>
          <p:cNvSpPr>
            <a:spLocks noGrp="1"/>
          </p:cNvSpPr>
          <p:nvPr>
            <p:ph type="sldNum" sz="quarter" idx="12"/>
          </p:nvPr>
        </p:nvSpPr>
        <p:spPr/>
        <p:txBody>
          <a:bodyPr/>
          <a:lstStyle/>
          <a:p>
            <a:fld id="{9FAF4AA5-31A0-42C4-8A8E-B444837519C6}" type="slidenum">
              <a:rPr lang="ru-RU" sz="2800" smtClean="0"/>
              <a:t>14</a:t>
            </a:fld>
            <a:endParaRPr lang="ru-RU" sz="2800"/>
          </a:p>
        </p:txBody>
      </p:sp>
    </p:spTree>
    <p:extLst>
      <p:ext uri="{BB962C8B-B14F-4D97-AF65-F5344CB8AC3E}">
        <p14:creationId xmlns:p14="http://schemas.microsoft.com/office/powerpoint/2010/main" val="1631848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268760"/>
            <a:ext cx="8229600" cy="5055840"/>
          </a:xfrm>
        </p:spPr>
        <p:txBody>
          <a:bodyPr/>
          <a:lstStyle/>
          <a:p>
            <a:r>
              <a:rPr lang="ru-RU" dirty="0">
                <a:solidFill>
                  <a:schemeClr val="tx1"/>
                </a:solidFill>
              </a:rPr>
              <a:t>В 1991 году Япония прекращает финансирование проекта компьютера 5-го поколения и начинает проект создания компьютера 6-го поколения – нейрокомпьютера. </a:t>
            </a:r>
          </a:p>
          <a:p>
            <a:r>
              <a:rPr lang="ru-RU" dirty="0">
                <a:solidFill>
                  <a:schemeClr val="tx1"/>
                </a:solidFill>
              </a:rPr>
              <a:t>В 1997 году компьютер </a:t>
            </a:r>
            <a:r>
              <a:rPr lang="ru-RU" dirty="0" smtClean="0">
                <a:solidFill>
                  <a:schemeClr val="tx1"/>
                </a:solidFill>
              </a:rPr>
              <a:t>«</a:t>
            </a:r>
            <a:r>
              <a:rPr lang="en-US" dirty="0" smtClean="0">
                <a:solidFill>
                  <a:schemeClr val="tx1"/>
                </a:solidFill>
              </a:rPr>
              <a:t>Deep Blue</a:t>
            </a:r>
            <a:r>
              <a:rPr lang="ru-RU" dirty="0" smtClean="0">
                <a:solidFill>
                  <a:schemeClr val="tx1"/>
                </a:solidFill>
              </a:rPr>
              <a:t>» </a:t>
            </a:r>
            <a:r>
              <a:rPr lang="ru-RU" dirty="0">
                <a:solidFill>
                  <a:schemeClr val="tx1"/>
                </a:solidFill>
              </a:rPr>
              <a:t>победил в игре в шахматы чемпиона мира Г. Каспарова, доказав возможность того, что искусственный интеллект может сравняться с человеком или превзойти его в ряде интеллектуальных задач (пусть и в ограниченных условиях). </a:t>
            </a:r>
          </a:p>
        </p:txBody>
      </p:sp>
      <p:sp>
        <p:nvSpPr>
          <p:cNvPr id="4" name="Заголовок 1"/>
          <p:cNvSpPr>
            <a:spLocks noGrp="1"/>
          </p:cNvSpPr>
          <p:nvPr>
            <p:ph type="title"/>
          </p:nvPr>
        </p:nvSpPr>
        <p:spPr>
          <a:xfrm>
            <a:off x="467544" y="332656"/>
            <a:ext cx="8229600" cy="578328"/>
          </a:xfrm>
        </p:spPr>
        <p:txBody>
          <a:bodyPr>
            <a:noAutofit/>
          </a:bodyPr>
          <a:lstStyle/>
          <a:p>
            <a:pPr>
              <a:lnSpc>
                <a:spcPct val="100000"/>
              </a:lnSpc>
            </a:pPr>
            <a:r>
              <a:rPr lang="ru-RU" sz="3200" dirty="0" smtClean="0"/>
              <a:t>Искусственный интеллект – история развития</a:t>
            </a:r>
            <a:endParaRPr lang="ru-RU" sz="3200" dirty="0"/>
          </a:p>
        </p:txBody>
      </p:sp>
      <p:sp>
        <p:nvSpPr>
          <p:cNvPr id="2" name="Номер слайда 1"/>
          <p:cNvSpPr>
            <a:spLocks noGrp="1"/>
          </p:cNvSpPr>
          <p:nvPr>
            <p:ph type="sldNum" sz="quarter" idx="12"/>
          </p:nvPr>
        </p:nvSpPr>
        <p:spPr/>
        <p:txBody>
          <a:bodyPr/>
          <a:lstStyle/>
          <a:p>
            <a:fld id="{9FAF4AA5-31A0-42C4-8A8E-B444837519C6}" type="slidenum">
              <a:rPr lang="ru-RU" sz="2800" smtClean="0"/>
              <a:t>15</a:t>
            </a:fld>
            <a:endParaRPr lang="ru-RU" sz="2800"/>
          </a:p>
        </p:txBody>
      </p:sp>
    </p:spTree>
    <p:extLst>
      <p:ext uri="{BB962C8B-B14F-4D97-AF65-F5344CB8AC3E}">
        <p14:creationId xmlns:p14="http://schemas.microsoft.com/office/powerpoint/2010/main" val="558168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79512" y="1268760"/>
            <a:ext cx="8712968" cy="5055840"/>
          </a:xfrm>
        </p:spPr>
        <p:txBody>
          <a:bodyPr>
            <a:normAutofit fontScale="92500" lnSpcReduction="20000"/>
          </a:bodyPr>
          <a:lstStyle/>
          <a:p>
            <a:pPr marL="0" indent="0" algn="ctr">
              <a:buNone/>
            </a:pPr>
            <a:r>
              <a:rPr lang="ru-RU" dirty="0">
                <a:solidFill>
                  <a:schemeClr val="tx1"/>
                </a:solidFill>
              </a:rPr>
              <a:t>Огромную роль в борьбе за признание искусственного интеллекта в СССР сыграли академики </a:t>
            </a:r>
            <a:r>
              <a:rPr lang="ru-RU" dirty="0" smtClean="0">
                <a:solidFill>
                  <a:schemeClr val="tx1"/>
                </a:solidFill>
              </a:rPr>
              <a:t/>
            </a:r>
            <a:br>
              <a:rPr lang="ru-RU" dirty="0" smtClean="0">
                <a:solidFill>
                  <a:schemeClr val="tx1"/>
                </a:solidFill>
              </a:rPr>
            </a:br>
            <a:r>
              <a:rPr lang="ru-RU" dirty="0" smtClean="0">
                <a:solidFill>
                  <a:schemeClr val="tx1"/>
                </a:solidFill>
              </a:rPr>
              <a:t>А</a:t>
            </a:r>
            <a:r>
              <a:rPr lang="ru-RU" dirty="0">
                <a:solidFill>
                  <a:schemeClr val="tx1"/>
                </a:solidFill>
              </a:rPr>
              <a:t>. И. Берг и </a:t>
            </a:r>
            <a:r>
              <a:rPr lang="ru-RU" dirty="0" smtClean="0">
                <a:solidFill>
                  <a:schemeClr val="tx1"/>
                </a:solidFill>
              </a:rPr>
              <a:t>Г</a:t>
            </a:r>
            <a:r>
              <a:rPr lang="ru-RU" dirty="0">
                <a:solidFill>
                  <a:schemeClr val="tx1"/>
                </a:solidFill>
              </a:rPr>
              <a:t>. С. Поспелов. </a:t>
            </a:r>
          </a:p>
          <a:p>
            <a:pPr marL="0" indent="0" algn="just">
              <a:buNone/>
            </a:pPr>
            <a:r>
              <a:rPr lang="ru-RU" dirty="0">
                <a:solidFill>
                  <a:schemeClr val="tx1"/>
                </a:solidFill>
              </a:rPr>
              <a:t>В 1954-1964 гг. создаются отдельные программы и проводятся исследования в области поиска решения логических задач. Создается программа АЛПЕВ ЛОМИ, автоматически доказывающая теоремы. Она основана на оригинальном обратном выводе Маслова, аналогичном методу резолюций Робинсона. Среди наиболее значимых результатов, полученных отечественными учеными в 60-е годы, следует отметить алгоритм «Кора» М. М. </a:t>
            </a:r>
            <a:r>
              <a:rPr lang="ru-RU" dirty="0" err="1">
                <a:solidFill>
                  <a:schemeClr val="tx1"/>
                </a:solidFill>
              </a:rPr>
              <a:t>Бонгарда</a:t>
            </a:r>
            <a:r>
              <a:rPr lang="ru-RU" dirty="0">
                <a:solidFill>
                  <a:schemeClr val="tx1"/>
                </a:solidFill>
              </a:rPr>
              <a:t>, моделирующий деятельность человеческого мозга при распознавании образов. Большой вклад в становление </a:t>
            </a:r>
            <a:r>
              <a:rPr lang="ru-RU" dirty="0" smtClean="0">
                <a:solidFill>
                  <a:schemeClr val="tx1"/>
                </a:solidFill>
              </a:rPr>
              <a:t>советской </a:t>
            </a:r>
            <a:r>
              <a:rPr lang="ru-RU" dirty="0">
                <a:solidFill>
                  <a:schemeClr val="tx1"/>
                </a:solidFill>
              </a:rPr>
              <a:t>школы искусственного интеллекта внесли выдающиеся ученые </a:t>
            </a:r>
            <a:r>
              <a:rPr lang="ru-RU" dirty="0" smtClean="0">
                <a:solidFill>
                  <a:schemeClr val="tx1"/>
                </a:solidFill>
              </a:rPr>
              <a:t/>
            </a:r>
            <a:br>
              <a:rPr lang="ru-RU" dirty="0" smtClean="0">
                <a:solidFill>
                  <a:schemeClr val="tx1"/>
                </a:solidFill>
              </a:rPr>
            </a:br>
            <a:r>
              <a:rPr lang="ru-RU" dirty="0" smtClean="0">
                <a:solidFill>
                  <a:schemeClr val="tx1"/>
                </a:solidFill>
              </a:rPr>
              <a:t>М</a:t>
            </a:r>
            <a:r>
              <a:rPr lang="ru-RU" dirty="0">
                <a:solidFill>
                  <a:schemeClr val="tx1"/>
                </a:solidFill>
              </a:rPr>
              <a:t>. Л. </a:t>
            </a:r>
            <a:r>
              <a:rPr lang="ru-RU" dirty="0" err="1">
                <a:solidFill>
                  <a:schemeClr val="tx1"/>
                </a:solidFill>
              </a:rPr>
              <a:t>Цетлин</a:t>
            </a:r>
            <a:r>
              <a:rPr lang="ru-RU" dirty="0">
                <a:solidFill>
                  <a:schemeClr val="tx1"/>
                </a:solidFill>
              </a:rPr>
              <a:t>, </a:t>
            </a:r>
            <a:r>
              <a:rPr lang="ru-RU" dirty="0" smtClean="0">
                <a:solidFill>
                  <a:schemeClr val="tx1"/>
                </a:solidFill>
              </a:rPr>
              <a:t>В</a:t>
            </a:r>
            <a:r>
              <a:rPr lang="ru-RU" dirty="0">
                <a:solidFill>
                  <a:schemeClr val="tx1"/>
                </a:solidFill>
              </a:rPr>
              <a:t>. Н. Пушкин, М. А. Гаврилов, чьи ученики и явились пионерами этой науки в </a:t>
            </a:r>
            <a:r>
              <a:rPr lang="ru-RU" dirty="0" smtClean="0">
                <a:solidFill>
                  <a:schemeClr val="tx1"/>
                </a:solidFill>
              </a:rPr>
              <a:t>СССР. </a:t>
            </a:r>
            <a:endParaRPr lang="ru-RU" dirty="0">
              <a:solidFill>
                <a:schemeClr val="tx1"/>
              </a:solidFill>
            </a:endParaRPr>
          </a:p>
          <a:p>
            <a:endParaRPr lang="ru-RU" dirty="0">
              <a:solidFill>
                <a:schemeClr val="tx1"/>
              </a:solidFill>
            </a:endParaRPr>
          </a:p>
        </p:txBody>
      </p:sp>
      <p:sp>
        <p:nvSpPr>
          <p:cNvPr id="4" name="Заголовок 1"/>
          <p:cNvSpPr>
            <a:spLocks noGrp="1"/>
          </p:cNvSpPr>
          <p:nvPr>
            <p:ph type="title"/>
          </p:nvPr>
        </p:nvSpPr>
        <p:spPr>
          <a:xfrm>
            <a:off x="467544" y="404664"/>
            <a:ext cx="8229600" cy="650336"/>
          </a:xfrm>
        </p:spPr>
        <p:txBody>
          <a:bodyPr>
            <a:noAutofit/>
          </a:bodyPr>
          <a:lstStyle/>
          <a:p>
            <a:pPr>
              <a:lnSpc>
                <a:spcPct val="100000"/>
              </a:lnSpc>
            </a:pPr>
            <a:r>
              <a:rPr lang="ru-RU" sz="3200" dirty="0" smtClean="0"/>
              <a:t>Искусственный интеллект – история развития</a:t>
            </a:r>
            <a:endParaRPr lang="ru-RU" sz="3200" dirty="0"/>
          </a:p>
        </p:txBody>
      </p:sp>
      <p:sp>
        <p:nvSpPr>
          <p:cNvPr id="2" name="Номер слайда 1"/>
          <p:cNvSpPr>
            <a:spLocks noGrp="1"/>
          </p:cNvSpPr>
          <p:nvPr>
            <p:ph type="sldNum" sz="quarter" idx="12"/>
          </p:nvPr>
        </p:nvSpPr>
        <p:spPr/>
        <p:txBody>
          <a:bodyPr/>
          <a:lstStyle/>
          <a:p>
            <a:fld id="{9FAF4AA5-31A0-42C4-8A8E-B444837519C6}" type="slidenum">
              <a:rPr lang="ru-RU" sz="2800" smtClean="0"/>
              <a:t>16</a:t>
            </a:fld>
            <a:endParaRPr lang="ru-RU" sz="2800"/>
          </a:p>
        </p:txBody>
      </p:sp>
    </p:spTree>
    <p:extLst>
      <p:ext uri="{BB962C8B-B14F-4D97-AF65-F5344CB8AC3E}">
        <p14:creationId xmlns:p14="http://schemas.microsoft.com/office/powerpoint/2010/main" val="2366975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196752"/>
            <a:ext cx="8229600" cy="5127848"/>
          </a:xfrm>
        </p:spPr>
        <p:txBody>
          <a:bodyPr/>
          <a:lstStyle/>
          <a:p>
            <a:r>
              <a:rPr lang="ru-RU" dirty="0">
                <a:solidFill>
                  <a:schemeClr val="tx1"/>
                </a:solidFill>
              </a:rPr>
              <a:t>В 1964 году предлагался метод автоматического поиска доказательства теорем в исчислении предикатов, получивший название «обратный метод Маслова».</a:t>
            </a:r>
          </a:p>
          <a:p>
            <a:r>
              <a:rPr lang="ru-RU" dirty="0">
                <a:solidFill>
                  <a:schemeClr val="tx1"/>
                </a:solidFill>
              </a:rPr>
              <a:t>В 1965-1980 гг. произошло рождение нового направления – ситуационного управления (в западной терминологии соответствует представлению знаний). Основателем этой научной школы стал профессор Д. А. Поспелов.</a:t>
            </a:r>
          </a:p>
          <a:p>
            <a:r>
              <a:rPr lang="ru-RU" dirty="0">
                <a:solidFill>
                  <a:schemeClr val="tx1"/>
                </a:solidFill>
              </a:rPr>
              <a:t>В Московском государственном университете в 1968 году В. Ф. </a:t>
            </a:r>
            <a:r>
              <a:rPr lang="ru-RU" dirty="0" err="1">
                <a:solidFill>
                  <a:schemeClr val="tx1"/>
                </a:solidFill>
              </a:rPr>
              <a:t>Турчиным</a:t>
            </a:r>
            <a:r>
              <a:rPr lang="ru-RU" dirty="0">
                <a:solidFill>
                  <a:schemeClr val="tx1"/>
                </a:solidFill>
              </a:rPr>
              <a:t> был создан язык символьной обработки данных РЕФАЛ</a:t>
            </a:r>
            <a:r>
              <a:rPr lang="ru-RU" dirty="0" smtClean="0">
                <a:solidFill>
                  <a:schemeClr val="tx1"/>
                </a:solidFill>
              </a:rPr>
              <a:t>.</a:t>
            </a:r>
            <a:endParaRPr lang="ru-RU" dirty="0">
              <a:solidFill>
                <a:schemeClr val="tx1"/>
              </a:solidFill>
            </a:endParaRPr>
          </a:p>
        </p:txBody>
      </p:sp>
      <p:sp>
        <p:nvSpPr>
          <p:cNvPr id="4" name="Заголовок 1"/>
          <p:cNvSpPr>
            <a:spLocks noGrp="1"/>
          </p:cNvSpPr>
          <p:nvPr>
            <p:ph type="title"/>
          </p:nvPr>
        </p:nvSpPr>
        <p:spPr>
          <a:xfrm>
            <a:off x="395536" y="404664"/>
            <a:ext cx="8229600" cy="506320"/>
          </a:xfrm>
        </p:spPr>
        <p:txBody>
          <a:bodyPr>
            <a:noAutofit/>
          </a:bodyPr>
          <a:lstStyle/>
          <a:p>
            <a:pPr>
              <a:lnSpc>
                <a:spcPct val="100000"/>
              </a:lnSpc>
            </a:pPr>
            <a:r>
              <a:rPr lang="ru-RU" sz="3200" dirty="0" smtClean="0"/>
              <a:t>Искусственный интеллект – история развития</a:t>
            </a:r>
            <a:endParaRPr lang="ru-RU" sz="3200" dirty="0"/>
          </a:p>
        </p:txBody>
      </p:sp>
      <p:sp>
        <p:nvSpPr>
          <p:cNvPr id="2" name="Номер слайда 1"/>
          <p:cNvSpPr>
            <a:spLocks noGrp="1"/>
          </p:cNvSpPr>
          <p:nvPr>
            <p:ph type="sldNum" sz="quarter" idx="12"/>
          </p:nvPr>
        </p:nvSpPr>
        <p:spPr/>
        <p:txBody>
          <a:bodyPr/>
          <a:lstStyle/>
          <a:p>
            <a:fld id="{9FAF4AA5-31A0-42C4-8A8E-B444837519C6}" type="slidenum">
              <a:rPr lang="ru-RU" sz="2800" smtClean="0"/>
              <a:t>17</a:t>
            </a:fld>
            <a:endParaRPr lang="ru-RU" sz="2800" dirty="0"/>
          </a:p>
        </p:txBody>
      </p:sp>
    </p:spTree>
    <p:extLst>
      <p:ext uri="{BB962C8B-B14F-4D97-AF65-F5344CB8AC3E}">
        <p14:creationId xmlns:p14="http://schemas.microsoft.com/office/powerpoint/2010/main" val="3399964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79512" y="764704"/>
            <a:ext cx="8712968" cy="5976664"/>
          </a:xfrm>
        </p:spPr>
        <p:txBody>
          <a:bodyPr>
            <a:normAutofit lnSpcReduction="10000"/>
          </a:bodyPr>
          <a:lstStyle/>
          <a:p>
            <a:r>
              <a:rPr lang="ru-RU" dirty="0">
                <a:solidFill>
                  <a:schemeClr val="tx1"/>
                </a:solidFill>
              </a:rPr>
              <a:t>Интеллектуальной информационной системой называют автоматизированную информационную систему, основанную на знаниях, или комплекс программных, лингвистических и логико-математических средств для реализации основной задачи – осуществления поддержки деятельности человека и поиска информации в режиме продвинутого диалога на естественном языке. </a:t>
            </a:r>
          </a:p>
          <a:p>
            <a:r>
              <a:rPr lang="ru-RU" dirty="0">
                <a:solidFill>
                  <a:schemeClr val="tx1"/>
                </a:solidFill>
              </a:rPr>
              <a:t>Кроме того, информационно-вычислительными системами с интеллектуальной поддержкой для решения сложных задач называют те системы, в которых логическая обработка информации превалирует над вычислительной.</a:t>
            </a:r>
          </a:p>
          <a:p>
            <a:pPr marL="0" indent="0" algn="ctr">
              <a:buNone/>
            </a:pPr>
            <a:r>
              <a:rPr lang="ru-RU" b="1" i="1" dirty="0">
                <a:solidFill>
                  <a:schemeClr val="tx1"/>
                </a:solidFill>
              </a:rPr>
              <a:t>Таким образом, любая информационная система, решающая интеллектуальную задачу или использующая методы искусственного интеллекта, относится к интеллектуальным. </a:t>
            </a:r>
          </a:p>
        </p:txBody>
      </p:sp>
      <p:sp>
        <p:nvSpPr>
          <p:cNvPr id="4" name="Заголовок 1"/>
          <p:cNvSpPr>
            <a:spLocks noGrp="1"/>
          </p:cNvSpPr>
          <p:nvPr>
            <p:ph type="title"/>
          </p:nvPr>
        </p:nvSpPr>
        <p:spPr>
          <a:xfrm>
            <a:off x="395536" y="188640"/>
            <a:ext cx="8229600" cy="506320"/>
          </a:xfrm>
        </p:spPr>
        <p:txBody>
          <a:bodyPr>
            <a:noAutofit/>
          </a:bodyPr>
          <a:lstStyle/>
          <a:p>
            <a:r>
              <a:rPr lang="ru-RU" sz="3600" dirty="0" smtClean="0"/>
              <a:t>Искусственный интеллект</a:t>
            </a:r>
            <a:endParaRPr lang="ru-RU" sz="3600" dirty="0"/>
          </a:p>
        </p:txBody>
      </p:sp>
      <p:sp>
        <p:nvSpPr>
          <p:cNvPr id="2" name="Номер слайда 1"/>
          <p:cNvSpPr>
            <a:spLocks noGrp="1"/>
          </p:cNvSpPr>
          <p:nvPr>
            <p:ph type="sldNum" sz="quarter" idx="12"/>
          </p:nvPr>
        </p:nvSpPr>
        <p:spPr/>
        <p:txBody>
          <a:bodyPr/>
          <a:lstStyle/>
          <a:p>
            <a:fld id="{9FAF4AA5-31A0-42C4-8A8E-B444837519C6}" type="slidenum">
              <a:rPr lang="ru-RU" sz="2800" smtClean="0"/>
              <a:t>18</a:t>
            </a:fld>
            <a:endParaRPr lang="ru-RU" sz="2800" dirty="0"/>
          </a:p>
        </p:txBody>
      </p:sp>
    </p:spTree>
    <p:extLst>
      <p:ext uri="{BB962C8B-B14F-4D97-AF65-F5344CB8AC3E}">
        <p14:creationId xmlns:p14="http://schemas.microsoft.com/office/powerpoint/2010/main" val="3660159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620688"/>
          </a:xfrm>
        </p:spPr>
        <p:txBody>
          <a:bodyPr/>
          <a:lstStyle/>
          <a:p>
            <a:r>
              <a:rPr lang="ru-RU" sz="3200" b="1" dirty="0">
                <a:effectLst/>
              </a:rPr>
              <a:t>Модели и методы </a:t>
            </a:r>
            <a:r>
              <a:rPr lang="ru-RU" sz="3200" b="1" dirty="0" smtClean="0">
                <a:effectLst/>
              </a:rPr>
              <a:t>исследований</a:t>
            </a:r>
            <a:endParaRPr lang="ru-RU" sz="3200" dirty="0"/>
          </a:p>
        </p:txBody>
      </p:sp>
      <p:sp>
        <p:nvSpPr>
          <p:cNvPr id="3" name="Объект 2"/>
          <p:cNvSpPr>
            <a:spLocks noGrp="1"/>
          </p:cNvSpPr>
          <p:nvPr>
            <p:ph idx="1"/>
          </p:nvPr>
        </p:nvSpPr>
        <p:spPr>
          <a:xfrm>
            <a:off x="457200" y="836712"/>
            <a:ext cx="8229600" cy="5289451"/>
          </a:xfrm>
        </p:spPr>
        <p:txBody>
          <a:bodyPr>
            <a:normAutofit/>
          </a:bodyPr>
          <a:lstStyle/>
          <a:p>
            <a:r>
              <a:rPr lang="ru-RU" sz="2000" b="1" dirty="0">
                <a:solidFill>
                  <a:schemeClr val="tx1"/>
                </a:solidFill>
              </a:rPr>
              <a:t>Символьное моделирование мыслительных процессов</a:t>
            </a:r>
            <a:endParaRPr lang="ru-RU" sz="2000" dirty="0">
              <a:solidFill>
                <a:schemeClr val="tx1"/>
              </a:solidFill>
            </a:endParaRPr>
          </a:p>
          <a:p>
            <a:r>
              <a:rPr lang="ru-RU" sz="2000" b="1" dirty="0">
                <a:solidFill>
                  <a:schemeClr val="tx1"/>
                </a:solidFill>
              </a:rPr>
              <a:t>Работа с естественными языками</a:t>
            </a:r>
            <a:endParaRPr lang="ru-RU" sz="2000" dirty="0">
              <a:solidFill>
                <a:schemeClr val="tx1"/>
              </a:solidFill>
            </a:endParaRPr>
          </a:p>
          <a:p>
            <a:r>
              <a:rPr lang="ru-RU" sz="2000" b="1" dirty="0">
                <a:solidFill>
                  <a:schemeClr val="tx1"/>
                </a:solidFill>
              </a:rPr>
              <a:t>Представление и использование знаний</a:t>
            </a:r>
            <a:endParaRPr lang="ru-RU" sz="2000" dirty="0">
              <a:solidFill>
                <a:schemeClr val="tx1"/>
              </a:solidFill>
            </a:endParaRPr>
          </a:p>
          <a:p>
            <a:r>
              <a:rPr lang="ru-RU" sz="2000" b="1" dirty="0">
                <a:solidFill>
                  <a:schemeClr val="tx1"/>
                </a:solidFill>
              </a:rPr>
              <a:t>Машинное обучение</a:t>
            </a:r>
            <a:endParaRPr lang="ru-RU" sz="2000" dirty="0">
              <a:solidFill>
                <a:schemeClr val="tx1"/>
              </a:solidFill>
            </a:endParaRPr>
          </a:p>
          <a:p>
            <a:r>
              <a:rPr lang="ru-RU" sz="2000" b="1" dirty="0">
                <a:solidFill>
                  <a:schemeClr val="tx1"/>
                </a:solidFill>
              </a:rPr>
              <a:t>Биологическое моделирование искусственного </a:t>
            </a:r>
            <a:r>
              <a:rPr lang="ru-RU" sz="2000" b="1" dirty="0" smtClean="0">
                <a:solidFill>
                  <a:schemeClr val="tx1"/>
                </a:solidFill>
              </a:rPr>
              <a:t>интеллекта</a:t>
            </a:r>
            <a:endParaRPr lang="ru-RU" sz="2000" dirty="0">
              <a:solidFill>
                <a:schemeClr val="tx1"/>
              </a:solidFill>
            </a:endParaRPr>
          </a:p>
          <a:p>
            <a:r>
              <a:rPr lang="ru-RU" sz="2000" b="1" dirty="0">
                <a:solidFill>
                  <a:schemeClr val="tx1"/>
                </a:solidFill>
              </a:rPr>
              <a:t>Робототехника</a:t>
            </a:r>
            <a:r>
              <a:rPr lang="ru-RU" sz="2000" i="1" dirty="0">
                <a:solidFill>
                  <a:schemeClr val="tx1"/>
                </a:solidFill>
              </a:rPr>
              <a:t> </a:t>
            </a:r>
            <a:endParaRPr lang="ru-RU" sz="2000" dirty="0">
              <a:solidFill>
                <a:schemeClr val="tx1"/>
              </a:solidFill>
            </a:endParaRPr>
          </a:p>
          <a:p>
            <a:r>
              <a:rPr lang="ru-RU" sz="2000" b="1" dirty="0">
                <a:solidFill>
                  <a:schemeClr val="tx1"/>
                </a:solidFill>
              </a:rPr>
              <a:t>Машинное творчество</a:t>
            </a:r>
            <a:endParaRPr lang="ru-RU" sz="2000" dirty="0">
              <a:solidFill>
                <a:schemeClr val="tx1"/>
              </a:solidFill>
            </a:endParaRPr>
          </a:p>
          <a:p>
            <a:r>
              <a:rPr lang="ru-RU" sz="2000" b="1" dirty="0">
                <a:solidFill>
                  <a:schemeClr val="tx1"/>
                </a:solidFill>
              </a:rPr>
              <a:t>Другие области исследований</a:t>
            </a:r>
            <a:endParaRPr lang="ru-RU" sz="2000" dirty="0">
              <a:solidFill>
                <a:schemeClr val="tx1"/>
              </a:solidFill>
            </a:endParaRPr>
          </a:p>
          <a:p>
            <a:pPr lvl="1"/>
            <a:r>
              <a:rPr lang="ru-RU" sz="1800" dirty="0" smtClean="0">
                <a:solidFill>
                  <a:schemeClr val="tx1"/>
                </a:solidFill>
              </a:rPr>
              <a:t>интеллект </a:t>
            </a:r>
            <a:r>
              <a:rPr lang="ru-RU" sz="1800" dirty="0">
                <a:solidFill>
                  <a:schemeClr val="tx1"/>
                </a:solidFill>
              </a:rPr>
              <a:t>в компьютерных играх, </a:t>
            </a:r>
            <a:endParaRPr lang="ru-RU" sz="1800" dirty="0" smtClean="0">
              <a:solidFill>
                <a:schemeClr val="tx1"/>
              </a:solidFill>
            </a:endParaRPr>
          </a:p>
          <a:p>
            <a:pPr lvl="1"/>
            <a:r>
              <a:rPr lang="ru-RU" sz="1800" dirty="0" smtClean="0">
                <a:solidFill>
                  <a:schemeClr val="tx1"/>
                </a:solidFill>
              </a:rPr>
              <a:t>нелинейное </a:t>
            </a:r>
            <a:r>
              <a:rPr lang="ru-RU" sz="1800" dirty="0">
                <a:solidFill>
                  <a:schemeClr val="tx1"/>
                </a:solidFill>
              </a:rPr>
              <a:t>управление</a:t>
            </a:r>
            <a:r>
              <a:rPr lang="ru-RU" sz="1800" dirty="0" smtClean="0">
                <a:solidFill>
                  <a:schemeClr val="tx1"/>
                </a:solidFill>
              </a:rPr>
              <a:t>,</a:t>
            </a:r>
          </a:p>
          <a:p>
            <a:pPr lvl="1"/>
            <a:r>
              <a:rPr lang="ru-RU" sz="1800" dirty="0" smtClean="0">
                <a:solidFill>
                  <a:schemeClr val="tx1"/>
                </a:solidFill>
              </a:rPr>
              <a:t> </a:t>
            </a:r>
            <a:r>
              <a:rPr lang="ru-RU" sz="1800" dirty="0">
                <a:solidFill>
                  <a:schemeClr val="tx1"/>
                </a:solidFill>
              </a:rPr>
              <a:t>интеллектуальные системы информационной безопасности</a:t>
            </a:r>
          </a:p>
        </p:txBody>
      </p:sp>
      <p:sp>
        <p:nvSpPr>
          <p:cNvPr id="4" name="Номер слайда 3"/>
          <p:cNvSpPr>
            <a:spLocks noGrp="1"/>
          </p:cNvSpPr>
          <p:nvPr>
            <p:ph type="sldNum" sz="quarter" idx="12"/>
          </p:nvPr>
        </p:nvSpPr>
        <p:spPr/>
        <p:txBody>
          <a:bodyPr/>
          <a:lstStyle/>
          <a:p>
            <a:fld id="{861E3D9C-1FE4-47D7-BDAC-F8BE962FAF2A}" type="slidenum">
              <a:rPr lang="ru-RU" smtClean="0"/>
              <a:t>19</a:t>
            </a:fld>
            <a:endParaRPr lang="ru-RU"/>
          </a:p>
        </p:txBody>
      </p:sp>
    </p:spTree>
    <p:extLst>
      <p:ext uri="{BB962C8B-B14F-4D97-AF65-F5344CB8AC3E}">
        <p14:creationId xmlns:p14="http://schemas.microsoft.com/office/powerpoint/2010/main" val="3881868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620688"/>
          </a:xfrm>
        </p:spPr>
        <p:txBody>
          <a:bodyPr/>
          <a:lstStyle/>
          <a:p>
            <a:r>
              <a:rPr lang="ru-RU" sz="2400" b="1" dirty="0">
                <a:effectLst/>
              </a:rPr>
              <a:t>Современный искусственный интеллект</a:t>
            </a:r>
            <a:endParaRPr lang="ru-RU" sz="2400" dirty="0"/>
          </a:p>
        </p:txBody>
      </p:sp>
      <p:sp>
        <p:nvSpPr>
          <p:cNvPr id="3" name="Объект 2"/>
          <p:cNvSpPr>
            <a:spLocks noGrp="1"/>
          </p:cNvSpPr>
          <p:nvPr>
            <p:ph idx="1"/>
          </p:nvPr>
        </p:nvSpPr>
        <p:spPr>
          <a:xfrm>
            <a:off x="457200" y="764704"/>
            <a:ext cx="8229600" cy="5361459"/>
          </a:xfrm>
        </p:spPr>
        <p:txBody>
          <a:bodyPr/>
          <a:lstStyle/>
          <a:p>
            <a:pPr lvl="0"/>
            <a:r>
              <a:rPr lang="ru-RU" dirty="0">
                <a:solidFill>
                  <a:schemeClr val="tx1"/>
                </a:solidFill>
              </a:rPr>
              <a:t>решение проблем, связанных с приближением специализированных систем ИИ к возможностям человека, и их интеграции, которая реализована природой </a:t>
            </a:r>
            <a:r>
              <a:rPr lang="ru-RU" dirty="0" smtClean="0">
                <a:solidFill>
                  <a:schemeClr val="tx1"/>
                </a:solidFill>
              </a:rPr>
              <a:t>человека;</a:t>
            </a:r>
            <a:endParaRPr lang="ru-RU" dirty="0">
              <a:solidFill>
                <a:schemeClr val="tx1"/>
              </a:solidFill>
            </a:endParaRPr>
          </a:p>
          <a:p>
            <a:r>
              <a:rPr lang="ru-RU" dirty="0">
                <a:solidFill>
                  <a:schemeClr val="tx1"/>
                </a:solidFill>
              </a:rPr>
              <a:t>создание искусственного разума, представляющего интеграцию уже созданных систем ИИ в единую систему, способную решать проблемы </a:t>
            </a:r>
            <a:r>
              <a:rPr lang="ru-RU" dirty="0" smtClean="0">
                <a:solidFill>
                  <a:schemeClr val="tx1"/>
                </a:solidFill>
              </a:rPr>
              <a:t>человечества</a:t>
            </a:r>
            <a:endParaRPr lang="ru-RU" dirty="0">
              <a:solidFill>
                <a:schemeClr val="tx1"/>
              </a:solidFill>
            </a:endParaRPr>
          </a:p>
        </p:txBody>
      </p:sp>
      <p:sp>
        <p:nvSpPr>
          <p:cNvPr id="4" name="Номер слайда 3"/>
          <p:cNvSpPr>
            <a:spLocks noGrp="1"/>
          </p:cNvSpPr>
          <p:nvPr>
            <p:ph type="sldNum" sz="quarter" idx="12"/>
          </p:nvPr>
        </p:nvSpPr>
        <p:spPr/>
        <p:txBody>
          <a:bodyPr/>
          <a:lstStyle/>
          <a:p>
            <a:fld id="{861E3D9C-1FE4-47D7-BDAC-F8BE962FAF2A}" type="slidenum">
              <a:rPr lang="ru-RU" smtClean="0"/>
              <a:t>20</a:t>
            </a:fld>
            <a:endParaRPr lang="ru-RU"/>
          </a:p>
        </p:txBody>
      </p:sp>
    </p:spTree>
    <p:extLst>
      <p:ext uri="{BB962C8B-B14F-4D97-AF65-F5344CB8AC3E}">
        <p14:creationId xmlns:p14="http://schemas.microsoft.com/office/powerpoint/2010/main" val="41501053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332656"/>
            <a:ext cx="8219256" cy="620688"/>
          </a:xfrm>
        </p:spPr>
        <p:txBody>
          <a:bodyPr/>
          <a:lstStyle/>
          <a:p>
            <a:r>
              <a:rPr lang="ru-RU" dirty="0" smtClean="0"/>
              <a:t>Признаки ИС</a:t>
            </a:r>
            <a:endParaRPr lang="ru-RU" dirty="0"/>
          </a:p>
        </p:txBody>
      </p:sp>
      <p:sp>
        <p:nvSpPr>
          <p:cNvPr id="3" name="Объект 2"/>
          <p:cNvSpPr>
            <a:spLocks noGrp="1"/>
          </p:cNvSpPr>
          <p:nvPr>
            <p:ph idx="1"/>
          </p:nvPr>
        </p:nvSpPr>
        <p:spPr>
          <a:xfrm>
            <a:off x="467544" y="836712"/>
            <a:ext cx="8219256" cy="5289451"/>
          </a:xfrm>
        </p:spPr>
        <p:txBody>
          <a:bodyPr>
            <a:normAutofit fontScale="70000" lnSpcReduction="20000"/>
          </a:bodyPr>
          <a:lstStyle/>
          <a:p>
            <a:endParaRPr lang="ru-RU" dirty="0" smtClean="0"/>
          </a:p>
          <a:p>
            <a:pPr marL="457200" indent="-457200">
              <a:buFont typeface="+mj-lt"/>
              <a:buAutoNum type="arabicPeriod"/>
            </a:pPr>
            <a:r>
              <a:rPr lang="ru-RU" dirty="0" smtClean="0">
                <a:solidFill>
                  <a:schemeClr val="tx1"/>
                </a:solidFill>
              </a:rPr>
              <a:t>Развитые </a:t>
            </a:r>
            <a:r>
              <a:rPr lang="ru-RU" dirty="0">
                <a:solidFill>
                  <a:schemeClr val="tx1"/>
                </a:solidFill>
              </a:rPr>
              <a:t>коммуникативные способности: возможность обработки произвольных запросов в диалоге на языке максимально приближенном к естественному (система естественно-языкового интерфейса – СЕЯИ). </a:t>
            </a:r>
            <a:endParaRPr lang="ru-RU" dirty="0" smtClean="0">
              <a:solidFill>
                <a:schemeClr val="tx1"/>
              </a:solidFill>
            </a:endParaRPr>
          </a:p>
          <a:p>
            <a:pPr marL="457200" indent="-457200">
              <a:buFont typeface="+mj-lt"/>
              <a:buAutoNum type="arabicPeriod"/>
            </a:pPr>
            <a:r>
              <a:rPr lang="ru-RU" dirty="0" smtClean="0">
                <a:solidFill>
                  <a:schemeClr val="tx1"/>
                </a:solidFill>
              </a:rPr>
              <a:t>Направленность </a:t>
            </a:r>
            <a:r>
              <a:rPr lang="ru-RU" dirty="0">
                <a:solidFill>
                  <a:schemeClr val="tx1"/>
                </a:solidFill>
              </a:rPr>
              <a:t>на решение слабоструктурированных, плохо формализуемых задач (реализация мягких моделей</a:t>
            </a:r>
            <a:r>
              <a:rPr lang="ru-RU" dirty="0" smtClean="0">
                <a:solidFill>
                  <a:schemeClr val="tx1"/>
                </a:solidFill>
              </a:rPr>
              <a:t>).</a:t>
            </a:r>
          </a:p>
          <a:p>
            <a:pPr marL="457200" indent="-457200">
              <a:buFont typeface="+mj-lt"/>
              <a:buAutoNum type="arabicPeriod"/>
            </a:pPr>
            <a:r>
              <a:rPr lang="ru-RU" dirty="0" smtClean="0">
                <a:solidFill>
                  <a:schemeClr val="tx1"/>
                </a:solidFill>
              </a:rPr>
              <a:t>Способность </a:t>
            </a:r>
            <a:r>
              <a:rPr lang="ru-RU" dirty="0">
                <a:solidFill>
                  <a:schemeClr val="tx1"/>
                </a:solidFill>
              </a:rPr>
              <a:t>работать с неопределенными и динамичными данными. </a:t>
            </a:r>
            <a:endParaRPr lang="ru-RU" dirty="0" smtClean="0">
              <a:solidFill>
                <a:schemeClr val="tx1"/>
              </a:solidFill>
            </a:endParaRPr>
          </a:p>
          <a:p>
            <a:pPr marL="457200" indent="-457200">
              <a:buFont typeface="+mj-lt"/>
              <a:buAutoNum type="arabicPeriod"/>
            </a:pPr>
            <a:r>
              <a:rPr lang="ru-RU" dirty="0" smtClean="0">
                <a:solidFill>
                  <a:schemeClr val="tx1"/>
                </a:solidFill>
              </a:rPr>
              <a:t>Способность </a:t>
            </a:r>
            <a:r>
              <a:rPr lang="ru-RU" dirty="0">
                <a:solidFill>
                  <a:schemeClr val="tx1"/>
                </a:solidFill>
              </a:rPr>
              <a:t>к развитию системы и извлечению знаний из накопленного опыта конкретных ситуаций. </a:t>
            </a:r>
            <a:endParaRPr lang="ru-RU" dirty="0" smtClean="0">
              <a:solidFill>
                <a:schemeClr val="tx1"/>
              </a:solidFill>
            </a:endParaRPr>
          </a:p>
          <a:p>
            <a:pPr marL="457200" indent="-457200">
              <a:buFont typeface="+mj-lt"/>
              <a:buAutoNum type="arabicPeriod"/>
            </a:pPr>
            <a:r>
              <a:rPr lang="ru-RU" dirty="0" smtClean="0">
                <a:solidFill>
                  <a:schemeClr val="tx1"/>
                </a:solidFill>
              </a:rPr>
              <a:t>Возможность </a:t>
            </a:r>
            <a:r>
              <a:rPr lang="ru-RU" dirty="0">
                <a:solidFill>
                  <a:schemeClr val="tx1"/>
                </a:solidFill>
              </a:rPr>
              <a:t>получения и использования информации, которая явно не хранится, а выводится из имеющихся в базе данных. </a:t>
            </a:r>
            <a:endParaRPr lang="ru-RU" dirty="0" smtClean="0">
              <a:solidFill>
                <a:schemeClr val="tx1"/>
              </a:solidFill>
            </a:endParaRPr>
          </a:p>
          <a:p>
            <a:pPr marL="457200" indent="-457200">
              <a:buFont typeface="+mj-lt"/>
              <a:buAutoNum type="arabicPeriod"/>
            </a:pPr>
            <a:r>
              <a:rPr lang="ru-RU" dirty="0" smtClean="0">
                <a:solidFill>
                  <a:schemeClr val="tx1"/>
                </a:solidFill>
              </a:rPr>
              <a:t>Система </a:t>
            </a:r>
            <a:r>
              <a:rPr lang="ru-RU" dirty="0">
                <a:solidFill>
                  <a:schemeClr val="tx1"/>
                </a:solidFill>
              </a:rPr>
              <a:t>имеет не только модель предметной области, но и модель самой себя, что позволяет ей определять границы своей компетентности. </a:t>
            </a:r>
            <a:endParaRPr lang="ru-RU" dirty="0" smtClean="0">
              <a:solidFill>
                <a:schemeClr val="tx1"/>
              </a:solidFill>
            </a:endParaRPr>
          </a:p>
          <a:p>
            <a:pPr marL="457200" indent="-457200">
              <a:buFont typeface="+mj-lt"/>
              <a:buAutoNum type="arabicPeriod"/>
            </a:pPr>
            <a:r>
              <a:rPr lang="ru-RU" dirty="0" smtClean="0">
                <a:solidFill>
                  <a:schemeClr val="tx1"/>
                </a:solidFill>
              </a:rPr>
              <a:t>Способность </a:t>
            </a:r>
            <a:r>
              <a:rPr lang="ru-RU" dirty="0">
                <a:solidFill>
                  <a:schemeClr val="tx1"/>
                </a:solidFill>
              </a:rPr>
              <a:t>к выводам по аналогии. </a:t>
            </a:r>
            <a:endParaRPr lang="ru-RU" dirty="0" smtClean="0">
              <a:solidFill>
                <a:schemeClr val="tx1"/>
              </a:solidFill>
            </a:endParaRPr>
          </a:p>
          <a:p>
            <a:pPr marL="457200" indent="-457200">
              <a:buFont typeface="+mj-lt"/>
              <a:buAutoNum type="arabicPeriod"/>
            </a:pPr>
            <a:r>
              <a:rPr lang="ru-RU" dirty="0" smtClean="0">
                <a:solidFill>
                  <a:schemeClr val="tx1"/>
                </a:solidFill>
              </a:rPr>
              <a:t>Способность </a:t>
            </a:r>
            <a:r>
              <a:rPr lang="ru-RU" dirty="0">
                <a:solidFill>
                  <a:schemeClr val="tx1"/>
                </a:solidFill>
              </a:rPr>
              <a:t>объяснять свои действия, неудачи пользователя, предупреждать пользователя о некоторых ситуациях, приводящих к нарушению целостности данных</a:t>
            </a:r>
          </a:p>
        </p:txBody>
      </p:sp>
      <p:sp>
        <p:nvSpPr>
          <p:cNvPr id="4" name="Номер слайда 3"/>
          <p:cNvSpPr>
            <a:spLocks noGrp="1"/>
          </p:cNvSpPr>
          <p:nvPr>
            <p:ph type="sldNum" sz="quarter" idx="12"/>
          </p:nvPr>
        </p:nvSpPr>
        <p:spPr/>
        <p:txBody>
          <a:bodyPr/>
          <a:lstStyle/>
          <a:p>
            <a:fld id="{861E3D9C-1FE4-47D7-BDAC-F8BE962FAF2A}" type="slidenum">
              <a:rPr lang="ru-RU" smtClean="0"/>
              <a:t>21</a:t>
            </a:fld>
            <a:endParaRPr lang="ru-RU"/>
          </a:p>
        </p:txBody>
      </p:sp>
    </p:spTree>
    <p:extLst>
      <p:ext uri="{BB962C8B-B14F-4D97-AF65-F5344CB8AC3E}">
        <p14:creationId xmlns:p14="http://schemas.microsoft.com/office/powerpoint/2010/main" val="5544211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844824"/>
            <a:ext cx="8550788" cy="338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Номер слайда 3"/>
          <p:cNvSpPr>
            <a:spLocks noGrp="1"/>
          </p:cNvSpPr>
          <p:nvPr>
            <p:ph type="sldNum" sz="quarter" idx="12"/>
          </p:nvPr>
        </p:nvSpPr>
        <p:spPr/>
        <p:txBody>
          <a:bodyPr/>
          <a:lstStyle/>
          <a:p>
            <a:fld id="{861E3D9C-1FE4-47D7-BDAC-F8BE962FAF2A}" type="slidenum">
              <a:rPr lang="ru-RU" smtClean="0"/>
              <a:t>22</a:t>
            </a:fld>
            <a:endParaRPr lang="ru-RU"/>
          </a:p>
        </p:txBody>
      </p:sp>
    </p:spTree>
    <p:extLst>
      <p:ext uri="{BB962C8B-B14F-4D97-AF65-F5344CB8AC3E}">
        <p14:creationId xmlns:p14="http://schemas.microsoft.com/office/powerpoint/2010/main" val="4256294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1560" y="0"/>
            <a:ext cx="8075240" cy="764704"/>
          </a:xfrm>
        </p:spPr>
        <p:txBody>
          <a:bodyPr/>
          <a:lstStyle/>
          <a:p>
            <a:r>
              <a:rPr lang="ru-RU" sz="3200" b="1" dirty="0">
                <a:effectLst/>
              </a:rPr>
              <a:t>Известные ИИ-системы</a:t>
            </a:r>
            <a:endParaRPr lang="ru-RU" sz="3200" b="1" dirty="0"/>
          </a:p>
        </p:txBody>
      </p:sp>
      <p:sp>
        <p:nvSpPr>
          <p:cNvPr id="3" name="Объект 2"/>
          <p:cNvSpPr>
            <a:spLocks noGrp="1"/>
          </p:cNvSpPr>
          <p:nvPr>
            <p:ph idx="1"/>
          </p:nvPr>
        </p:nvSpPr>
        <p:spPr>
          <a:xfrm>
            <a:off x="457200" y="836712"/>
            <a:ext cx="8229600" cy="5472608"/>
          </a:xfrm>
        </p:spPr>
        <p:txBody>
          <a:bodyPr>
            <a:normAutofit fontScale="62500" lnSpcReduction="20000"/>
          </a:bodyPr>
          <a:lstStyle/>
          <a:p>
            <a:pPr lvl="0"/>
            <a:r>
              <a:rPr lang="ru-RU" u="sng" dirty="0" err="1">
                <a:hlinkClick r:id="rId2" tooltip="Deep Blue"/>
              </a:rPr>
              <a:t>Deep</a:t>
            </a:r>
            <a:r>
              <a:rPr lang="ru-RU" u="sng" dirty="0">
                <a:hlinkClick r:id="rId2" tooltip="Deep Blue"/>
              </a:rPr>
              <a:t> </a:t>
            </a:r>
            <a:r>
              <a:rPr lang="ru-RU" u="sng" dirty="0" err="1">
                <a:hlinkClick r:id="rId2" tooltip="Deep Blue"/>
              </a:rPr>
              <a:t>Blue</a:t>
            </a:r>
            <a:r>
              <a:rPr lang="ru-RU" dirty="0"/>
              <a:t> — победил чемпиона мира по шахматам. Матч </a:t>
            </a:r>
            <a:r>
              <a:rPr lang="ru-RU" u="sng" dirty="0">
                <a:hlinkClick r:id="rId3" tooltip="Каспаров, Гарри Кимович"/>
              </a:rPr>
              <a:t>Каспаров</a:t>
            </a:r>
            <a:r>
              <a:rPr lang="ru-RU" dirty="0"/>
              <a:t> против супер ЭВМ не принёс удовлетворения ни компьютерщикам, ни шахматистам, и система не была признана </a:t>
            </a:r>
            <a:r>
              <a:rPr lang="ru-RU" dirty="0" smtClean="0"/>
              <a:t>Каспаровым. </a:t>
            </a:r>
            <a:r>
              <a:rPr lang="ru-RU" dirty="0"/>
              <a:t>Затем линия суперкомпьютеров IBM проявилась в проектах </a:t>
            </a:r>
            <a:r>
              <a:rPr lang="ru-RU" dirty="0" err="1"/>
              <a:t>brute</a:t>
            </a:r>
            <a:r>
              <a:rPr lang="ru-RU" dirty="0"/>
              <a:t> </a:t>
            </a:r>
            <a:r>
              <a:rPr lang="ru-RU" dirty="0" err="1"/>
              <a:t>force</a:t>
            </a:r>
            <a:r>
              <a:rPr lang="ru-RU" dirty="0"/>
              <a:t> </a:t>
            </a:r>
            <a:r>
              <a:rPr lang="ru-RU" dirty="0" err="1"/>
              <a:t>BluGene</a:t>
            </a:r>
            <a:r>
              <a:rPr lang="ru-RU" dirty="0"/>
              <a:t> (молекулярное моделирование) и моделирование системы </a:t>
            </a:r>
            <a:r>
              <a:rPr lang="ru-RU" u="sng" dirty="0">
                <a:hlinkClick r:id="rId4" tooltip="Пирамидальный нейрон"/>
              </a:rPr>
              <a:t>пирамидальных клеток</a:t>
            </a:r>
            <a:r>
              <a:rPr lang="ru-RU" dirty="0"/>
              <a:t> в швейцарском центре </a:t>
            </a:r>
            <a:r>
              <a:rPr lang="ru-RU" u="sng" dirty="0" err="1">
                <a:hlinkClick r:id="rId5" tooltip="Blue Brain Project"/>
              </a:rPr>
              <a:t>Blue</a:t>
            </a:r>
            <a:r>
              <a:rPr lang="ru-RU" u="sng" dirty="0">
                <a:hlinkClick r:id="rId5" tooltip="Blue Brain Project"/>
              </a:rPr>
              <a:t> </a:t>
            </a:r>
            <a:r>
              <a:rPr lang="ru-RU" u="sng" dirty="0" err="1" smtClean="0">
                <a:hlinkClick r:id="rId5" tooltip="Blue Brain Project"/>
              </a:rPr>
              <a:t>Brain</a:t>
            </a:r>
            <a:r>
              <a:rPr lang="ru-RU" dirty="0" smtClean="0"/>
              <a:t>.</a:t>
            </a:r>
            <a:endParaRPr lang="ru-RU" dirty="0"/>
          </a:p>
          <a:p>
            <a:pPr lvl="0"/>
            <a:r>
              <a:rPr lang="ru-RU" u="sng" dirty="0" err="1">
                <a:hlinkClick r:id="rId6" tooltip="IBM Watson"/>
              </a:rPr>
              <a:t>Watson</a:t>
            </a:r>
            <a:r>
              <a:rPr lang="ru-RU" dirty="0"/>
              <a:t> — перспективная разработка IBM, способная воспринимать человеческую речь и производить вероятностный поиск, с применением большого количества алгоритмов. Для демонстрации работы </a:t>
            </a:r>
            <a:r>
              <a:rPr lang="ru-RU" dirty="0" err="1"/>
              <a:t>Watson</a:t>
            </a:r>
            <a:r>
              <a:rPr lang="ru-RU" dirty="0"/>
              <a:t> принял участие в американской игре «</a:t>
            </a:r>
            <a:r>
              <a:rPr lang="ru-RU" u="sng" dirty="0" err="1">
                <a:hlinkClick r:id="rId7" tooltip="Jeopardy!"/>
              </a:rPr>
              <a:t>Jeopardy</a:t>
            </a:r>
            <a:r>
              <a:rPr lang="ru-RU" u="sng" dirty="0">
                <a:hlinkClick r:id="rId7" tooltip="Jeopardy!"/>
              </a:rPr>
              <a:t>!</a:t>
            </a:r>
            <a:r>
              <a:rPr lang="ru-RU" dirty="0"/>
              <a:t>», аналога «</a:t>
            </a:r>
            <a:r>
              <a:rPr lang="ru-RU" u="sng" dirty="0">
                <a:hlinkClick r:id="rId8" tooltip="Своя игра"/>
              </a:rPr>
              <a:t>Своей игры</a:t>
            </a:r>
            <a:r>
              <a:rPr lang="ru-RU" dirty="0"/>
              <a:t>» в России, где системе удалось выиграть в обеих </a:t>
            </a:r>
            <a:r>
              <a:rPr lang="ru-RU" dirty="0" smtClean="0"/>
              <a:t>играх.</a:t>
            </a:r>
            <a:endParaRPr lang="ru-RU" dirty="0"/>
          </a:p>
          <a:p>
            <a:pPr lvl="0"/>
            <a:r>
              <a:rPr lang="ru-RU" u="sng" dirty="0">
                <a:hlinkClick r:id="rId9" tooltip="MYCIN"/>
              </a:rPr>
              <a:t>MYCIN</a:t>
            </a:r>
            <a:r>
              <a:rPr lang="ru-RU" dirty="0"/>
              <a:t> — одна из ранних экспертных систем, которая могла диагностировать небольшой набор заболеваний, причем часто так же точно, как и доктора.</a:t>
            </a:r>
          </a:p>
          <a:p>
            <a:pPr lvl="0"/>
            <a:r>
              <a:rPr lang="ru-RU" u="sng" dirty="0">
                <a:hlinkClick r:id="rId10" tooltip="20Q"/>
              </a:rPr>
              <a:t>20Q</a:t>
            </a:r>
            <a:r>
              <a:rPr lang="ru-RU" dirty="0"/>
              <a:t> — проект, основанный на идеях ИИ, по мотивам классической игры «20 вопросов». Стал очень популярен после появления в Интернете на </a:t>
            </a:r>
            <a:r>
              <a:rPr lang="ru-RU" dirty="0" smtClean="0"/>
              <a:t>сайте. 20q.net</a:t>
            </a:r>
            <a:endParaRPr lang="ru-RU" dirty="0"/>
          </a:p>
          <a:p>
            <a:pPr lvl="0"/>
            <a:r>
              <a:rPr lang="ru-RU" u="sng" dirty="0">
                <a:hlinkClick r:id="rId11" tooltip="Распознавание речи"/>
              </a:rPr>
              <a:t>Распознавание речи</a:t>
            </a:r>
            <a:r>
              <a:rPr lang="ru-RU" dirty="0"/>
              <a:t>. </a:t>
            </a:r>
          </a:p>
          <a:p>
            <a:pPr lvl="0"/>
            <a:r>
              <a:rPr lang="ru-RU" dirty="0"/>
              <a:t>Роботы в ежегодном турнире </a:t>
            </a:r>
            <a:r>
              <a:rPr lang="ru-RU" u="sng" dirty="0" err="1">
                <a:hlinkClick r:id="rId12" tooltip="RoboCup"/>
              </a:rPr>
              <a:t>RoboCup</a:t>
            </a:r>
            <a:r>
              <a:rPr lang="ru-RU" dirty="0"/>
              <a:t> соревнуются в упрощённой форме футбола</a:t>
            </a:r>
            <a:r>
              <a:rPr lang="ru-RU" dirty="0" smtClean="0"/>
              <a:t>.</a:t>
            </a:r>
          </a:p>
          <a:p>
            <a:pPr lvl="0"/>
            <a:r>
              <a:rPr lang="ru-RU" dirty="0" err="1"/>
              <a:t>AlphaGo</a:t>
            </a:r>
            <a:r>
              <a:rPr lang="ru-RU" dirty="0"/>
              <a:t> основывается на технологии нейронных сетей. Алгоритм машинного обучения позволяет программе обучаться игре, анализируя уже сыгранные кем-то партии. Игра в </a:t>
            </a:r>
            <a:r>
              <a:rPr lang="ru-RU" dirty="0" err="1"/>
              <a:t>Го</a:t>
            </a:r>
            <a:r>
              <a:rPr lang="ru-RU" dirty="0"/>
              <a:t> — крайне сложная задача для системы искусственного интеллекта, поскольку победу в ней нельзя одержать перебором возможных вариантов действий противника, как, например, в шахматах. Дело в том, что в </a:t>
            </a:r>
            <a:r>
              <a:rPr lang="ru-RU" dirty="0" err="1"/>
              <a:t>Го</a:t>
            </a:r>
            <a:r>
              <a:rPr lang="ru-RU" dirty="0"/>
              <a:t> возможно гораздо больше ходов и комбинаций, для просчёта которых попросту не хватит вычислительных ресурсов.</a:t>
            </a:r>
          </a:p>
          <a:p>
            <a:endParaRPr lang="ru-RU" dirty="0"/>
          </a:p>
        </p:txBody>
      </p:sp>
      <p:sp>
        <p:nvSpPr>
          <p:cNvPr id="4" name="Номер слайда 3"/>
          <p:cNvSpPr>
            <a:spLocks noGrp="1"/>
          </p:cNvSpPr>
          <p:nvPr>
            <p:ph type="sldNum" sz="quarter" idx="12"/>
          </p:nvPr>
        </p:nvSpPr>
        <p:spPr/>
        <p:txBody>
          <a:bodyPr/>
          <a:lstStyle/>
          <a:p>
            <a:fld id="{861E3D9C-1FE4-47D7-BDAC-F8BE962FAF2A}" type="slidenum">
              <a:rPr lang="ru-RU" smtClean="0"/>
              <a:t>23</a:t>
            </a:fld>
            <a:endParaRPr lang="ru-RU"/>
          </a:p>
        </p:txBody>
      </p:sp>
    </p:spTree>
    <p:extLst>
      <p:ext uri="{BB962C8B-B14F-4D97-AF65-F5344CB8AC3E}">
        <p14:creationId xmlns:p14="http://schemas.microsoft.com/office/powerpoint/2010/main" val="31206824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85000" lnSpcReduction="20000"/>
          </a:bodyPr>
          <a:lstStyle/>
          <a:p>
            <a:r>
              <a:rPr lang="ru-RU" dirty="0" smtClean="0"/>
              <a:t>Финансы</a:t>
            </a:r>
          </a:p>
          <a:p>
            <a:r>
              <a:rPr lang="ru-RU" dirty="0"/>
              <a:t>Тяжелая </a:t>
            </a:r>
            <a:r>
              <a:rPr lang="ru-RU" dirty="0" smtClean="0"/>
              <a:t>промышленность</a:t>
            </a:r>
          </a:p>
          <a:p>
            <a:r>
              <a:rPr lang="ru-RU" dirty="0" smtClean="0"/>
              <a:t>Медицина</a:t>
            </a:r>
          </a:p>
          <a:p>
            <a:pPr lvl="1"/>
            <a:r>
              <a:rPr lang="ru-RU" dirty="0"/>
              <a:t>Компьютерная интерпретация медицинских изображений. Такие системы помогают сканировать цифровые изображения, например от </a:t>
            </a:r>
            <a:r>
              <a:rPr lang="ru-RU" u="sng" dirty="0">
                <a:hlinkClick r:id="rId2" tooltip="Томография"/>
              </a:rPr>
              <a:t>компьютерной томографии</a:t>
            </a:r>
            <a:r>
              <a:rPr lang="ru-RU" dirty="0"/>
              <a:t>, для типичных проявлений и для выделения заметных отклонений, таких как возможные заболевания. Типичным применением является обнаружение опухоли.</a:t>
            </a:r>
          </a:p>
          <a:p>
            <a:pPr lvl="1"/>
            <a:r>
              <a:rPr lang="ru-RU" dirty="0"/>
              <a:t>Анализ </a:t>
            </a:r>
            <a:r>
              <a:rPr lang="ru-RU" u="sng" dirty="0">
                <a:hlinkClick r:id="rId3" tooltip="Сердечный ритм"/>
              </a:rPr>
              <a:t>сердечного </a:t>
            </a:r>
            <a:r>
              <a:rPr lang="ru-RU" u="sng" dirty="0" smtClean="0">
                <a:hlinkClick r:id="rId3" tooltip="Сердечный ритм"/>
              </a:rPr>
              <a:t>ритма</a:t>
            </a:r>
            <a:endParaRPr lang="ru-RU" dirty="0"/>
          </a:p>
          <a:p>
            <a:pPr lvl="1"/>
            <a:r>
              <a:rPr lang="ru-RU" dirty="0"/>
              <a:t>Проект </a:t>
            </a:r>
            <a:r>
              <a:rPr lang="ru-RU" dirty="0" err="1"/>
              <a:t>Watson</a:t>
            </a:r>
            <a:r>
              <a:rPr lang="ru-RU" dirty="0"/>
              <a:t> — это ещё одно использование ИИ в этой области, программа вопросов/ответов, которая создана для помощи </a:t>
            </a:r>
            <a:r>
              <a:rPr lang="ru-RU" u="sng" dirty="0">
                <a:hlinkClick r:id="rId4" tooltip="Онкология"/>
              </a:rPr>
              <a:t>врачам-онкологам</a:t>
            </a:r>
            <a:endParaRPr lang="ru-RU" dirty="0"/>
          </a:p>
          <a:p>
            <a:pPr lvl="1"/>
            <a:r>
              <a:rPr lang="ru-RU" dirty="0"/>
              <a:t>Роботы-помощники для ухода за </a:t>
            </a:r>
            <a:r>
              <a:rPr lang="ru-RU" dirty="0" smtClean="0"/>
              <a:t>престарелыми</a:t>
            </a:r>
            <a:endParaRPr lang="ru-RU" dirty="0"/>
          </a:p>
          <a:p>
            <a:pPr lvl="1"/>
            <a:r>
              <a:rPr lang="ru-RU" dirty="0"/>
              <a:t>Обработка медицинских записей для предоставления более полезной информации</a:t>
            </a:r>
          </a:p>
          <a:p>
            <a:pPr lvl="1"/>
            <a:r>
              <a:rPr lang="ru-RU" dirty="0"/>
              <a:t>Создание планов лечения</a:t>
            </a:r>
          </a:p>
          <a:p>
            <a:pPr lvl="1"/>
            <a:r>
              <a:rPr lang="ru-RU" dirty="0"/>
              <a:t>Помощь в повторяющихся заданиях, включая управление приемом медикаментов</a:t>
            </a:r>
          </a:p>
          <a:p>
            <a:pPr lvl="1"/>
            <a:r>
              <a:rPr lang="ru-RU" dirty="0"/>
              <a:t>Предоставление консультаций</a:t>
            </a:r>
          </a:p>
          <a:p>
            <a:pPr lvl="1"/>
            <a:r>
              <a:rPr lang="ru-RU" dirty="0"/>
              <a:t>Создание </a:t>
            </a:r>
            <a:r>
              <a:rPr lang="ru-RU" dirty="0" smtClean="0"/>
              <a:t>лекарств</a:t>
            </a:r>
            <a:endParaRPr lang="ru-RU" dirty="0"/>
          </a:p>
          <a:p>
            <a:pPr lvl="1"/>
            <a:r>
              <a:rPr lang="ru-RU" dirty="0"/>
              <a:t>Использование человекоподобных манекенов вместо пациентов для клинического </a:t>
            </a:r>
            <a:r>
              <a:rPr lang="ru-RU" dirty="0" smtClean="0"/>
              <a:t>обучения</a:t>
            </a:r>
            <a:endParaRPr lang="ru-RU" dirty="0"/>
          </a:p>
        </p:txBody>
      </p:sp>
      <p:sp>
        <p:nvSpPr>
          <p:cNvPr id="4" name="Номер слайда 3"/>
          <p:cNvSpPr>
            <a:spLocks noGrp="1"/>
          </p:cNvSpPr>
          <p:nvPr>
            <p:ph type="sldNum" sz="quarter" idx="12"/>
          </p:nvPr>
        </p:nvSpPr>
        <p:spPr/>
        <p:txBody>
          <a:bodyPr/>
          <a:lstStyle/>
          <a:p>
            <a:fld id="{861E3D9C-1FE4-47D7-BDAC-F8BE962FAF2A}" type="slidenum">
              <a:rPr lang="ru-RU" smtClean="0"/>
              <a:t>24</a:t>
            </a:fld>
            <a:endParaRPr lang="ru-RU"/>
          </a:p>
        </p:txBody>
      </p:sp>
    </p:spTree>
    <p:extLst>
      <p:ext uri="{BB962C8B-B14F-4D97-AF65-F5344CB8AC3E}">
        <p14:creationId xmlns:p14="http://schemas.microsoft.com/office/powerpoint/2010/main" val="8209924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692696"/>
          </a:xfrm>
        </p:spPr>
        <p:txBody>
          <a:bodyPr/>
          <a:lstStyle/>
          <a:p>
            <a:r>
              <a:rPr lang="ru-RU" sz="3200" dirty="0" smtClean="0"/>
              <a:t>Основные области применения </a:t>
            </a:r>
            <a:endParaRPr lang="ru-RU" sz="3200" dirty="0"/>
          </a:p>
        </p:txBody>
      </p:sp>
      <p:sp>
        <p:nvSpPr>
          <p:cNvPr id="3" name="Объект 2"/>
          <p:cNvSpPr>
            <a:spLocks noGrp="1"/>
          </p:cNvSpPr>
          <p:nvPr>
            <p:ph idx="1"/>
          </p:nvPr>
        </p:nvSpPr>
        <p:spPr/>
        <p:txBody>
          <a:bodyPr/>
          <a:lstStyle/>
          <a:p>
            <a:r>
              <a:rPr lang="ru-RU" dirty="0"/>
              <a:t>Управление человеческими ресурсами и </a:t>
            </a:r>
            <a:r>
              <a:rPr lang="ru-RU" dirty="0" err="1" smtClean="0"/>
              <a:t>рекрутинг</a:t>
            </a:r>
            <a:endParaRPr lang="ru-RU" dirty="0" smtClean="0"/>
          </a:p>
          <a:p>
            <a:r>
              <a:rPr lang="ru-RU" dirty="0" smtClean="0"/>
              <a:t>Музыка</a:t>
            </a:r>
          </a:p>
          <a:p>
            <a:r>
              <a:rPr lang="ru-RU" dirty="0"/>
              <a:t>Онлайн и телефонные службы поддержки </a:t>
            </a:r>
            <a:r>
              <a:rPr lang="ru-RU" dirty="0" smtClean="0"/>
              <a:t>клиентов</a:t>
            </a:r>
          </a:p>
          <a:p>
            <a:r>
              <a:rPr lang="ru-RU" dirty="0"/>
              <a:t>Техническое обслуживание </a:t>
            </a:r>
            <a:r>
              <a:rPr lang="ru-RU" dirty="0" smtClean="0"/>
              <a:t>телекоммуникаций</a:t>
            </a:r>
          </a:p>
          <a:p>
            <a:r>
              <a:rPr lang="ru-RU" dirty="0"/>
              <a:t>Развлечение и игры</a:t>
            </a:r>
          </a:p>
        </p:txBody>
      </p:sp>
      <p:sp>
        <p:nvSpPr>
          <p:cNvPr id="4" name="Номер слайда 3"/>
          <p:cNvSpPr>
            <a:spLocks noGrp="1"/>
          </p:cNvSpPr>
          <p:nvPr>
            <p:ph type="sldNum" sz="quarter" idx="12"/>
          </p:nvPr>
        </p:nvSpPr>
        <p:spPr/>
        <p:txBody>
          <a:bodyPr/>
          <a:lstStyle/>
          <a:p>
            <a:fld id="{861E3D9C-1FE4-47D7-BDAC-F8BE962FAF2A}" type="slidenum">
              <a:rPr lang="ru-RU" smtClean="0"/>
              <a:t>25</a:t>
            </a:fld>
            <a:endParaRPr lang="ru-RU"/>
          </a:p>
        </p:txBody>
      </p:sp>
    </p:spTree>
    <p:extLst>
      <p:ext uri="{BB962C8B-B14F-4D97-AF65-F5344CB8AC3E}">
        <p14:creationId xmlns:p14="http://schemas.microsoft.com/office/powerpoint/2010/main" val="7396728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0"/>
            <a:ext cx="8291264" cy="692696"/>
          </a:xfrm>
        </p:spPr>
        <p:txBody>
          <a:bodyPr/>
          <a:lstStyle/>
          <a:p>
            <a:r>
              <a:rPr lang="ru-RU" sz="2800" dirty="0">
                <a:effectLst/>
              </a:rPr>
              <a:t>Классификация задач, решаемых </a:t>
            </a:r>
            <a:r>
              <a:rPr lang="ru-RU" sz="2800" dirty="0" smtClean="0">
                <a:effectLst/>
              </a:rPr>
              <a:t>ИИС</a:t>
            </a:r>
            <a:endParaRPr lang="ru-RU" sz="2800" dirty="0"/>
          </a:p>
        </p:txBody>
      </p:sp>
      <p:sp>
        <p:nvSpPr>
          <p:cNvPr id="3" name="Объект 2"/>
          <p:cNvSpPr>
            <a:spLocks noGrp="1"/>
          </p:cNvSpPr>
          <p:nvPr>
            <p:ph idx="1"/>
          </p:nvPr>
        </p:nvSpPr>
        <p:spPr>
          <a:xfrm>
            <a:off x="323528" y="620688"/>
            <a:ext cx="8363272" cy="5505475"/>
          </a:xfrm>
        </p:spPr>
        <p:txBody>
          <a:bodyPr>
            <a:normAutofit fontScale="62500" lnSpcReduction="20000"/>
          </a:bodyPr>
          <a:lstStyle/>
          <a:p>
            <a:r>
              <a:rPr lang="ru-RU" b="1" i="1" dirty="0">
                <a:solidFill>
                  <a:schemeClr val="tx1"/>
                </a:solidFill>
              </a:rPr>
              <a:t>Интерпретация данных</a:t>
            </a:r>
            <a:r>
              <a:rPr lang="ru-RU" dirty="0">
                <a:solidFill>
                  <a:schemeClr val="tx1"/>
                </a:solidFill>
              </a:rPr>
              <a:t>. Это одна из традиционных задач для экспертных систем. Под интерпретацией понимается процесс определения смысла данных, результаты которого должны быть согласованными и корректными. Обычно предусматривается многовариантный анализ данных.</a:t>
            </a:r>
          </a:p>
          <a:p>
            <a:r>
              <a:rPr lang="ru-RU" b="1" i="1" dirty="0">
                <a:solidFill>
                  <a:schemeClr val="tx1"/>
                </a:solidFill>
              </a:rPr>
              <a:t>Диагностика</a:t>
            </a:r>
            <a:r>
              <a:rPr lang="ru-RU" dirty="0">
                <a:solidFill>
                  <a:schemeClr val="tx1"/>
                </a:solidFill>
              </a:rPr>
              <a:t>. Под диагностикой понимается процесс соотношения объекта с некоторым классом объектов и/или обнаружение неисправности в некоторой системе. Неисправность — это отклонение от нормы. Такая трактовка позволяет с единых теоретических позиций рассматривать и неисправность оборудования в технических системах, и заболевания живых организмов, и всевозможные природные аномалии. Важной спецификой является здесь необходимость понимания функциональной структуры («анатомии») диагностирующей системы.</a:t>
            </a:r>
          </a:p>
          <a:p>
            <a:r>
              <a:rPr lang="ru-RU" b="1" i="1" dirty="0">
                <a:solidFill>
                  <a:schemeClr val="tx1"/>
                </a:solidFill>
              </a:rPr>
              <a:t>Мониторинг</a:t>
            </a:r>
            <a:r>
              <a:rPr lang="ru-RU" dirty="0">
                <a:solidFill>
                  <a:schemeClr val="tx1"/>
                </a:solidFill>
              </a:rPr>
              <a:t>. Основная задача мониторинга — непрерывная интерпретация данных в реальном масштабе времени и сигнализация о выходе тех или иных параметров за допустимые пределы. Главные проблемы — «пропуск» тревожной ситуации и инверсная задача «ложного» срабатывания. Сложность этих проблем в размытости симптомов тревожных ситуаций и необходимость учёта временного контекста.</a:t>
            </a:r>
          </a:p>
          <a:p>
            <a:r>
              <a:rPr lang="ru-RU" b="1" i="1" dirty="0">
                <a:solidFill>
                  <a:schemeClr val="tx1"/>
                </a:solidFill>
              </a:rPr>
              <a:t>Проектирование</a:t>
            </a:r>
            <a:r>
              <a:rPr lang="ru-RU" b="1" dirty="0">
                <a:solidFill>
                  <a:schemeClr val="tx1"/>
                </a:solidFill>
              </a:rPr>
              <a:t>.</a:t>
            </a:r>
            <a:r>
              <a:rPr lang="ru-RU" dirty="0">
                <a:solidFill>
                  <a:schemeClr val="tx1"/>
                </a:solidFill>
              </a:rPr>
              <a:t> Проектирование состоит в подготовке спецификаций на создание «объектов» с заранее определёнными свойствами. Под спецификацией понимается весь набор необходимых документов—чертёж, пояснительная записка и т.д. Основные проблемы здесь — получение чёткого структурного описания знаний об объекте и проблема «следа». Для организации эффективного проектирования и в ещё большей степени перепроектирования необходимо формировать не только сами проектные решения, но и мотивы их принятия. Таким образом, в задачах проектирования тесно связываются два основных процесса, выполняемых в рамках соответствующей ЭС: процесс вывода решения и процесс объяснения.</a:t>
            </a:r>
          </a:p>
          <a:p>
            <a:endParaRPr lang="ru-RU" dirty="0">
              <a:solidFill>
                <a:schemeClr val="tx1"/>
              </a:solidFill>
            </a:endParaRPr>
          </a:p>
        </p:txBody>
      </p:sp>
      <p:sp>
        <p:nvSpPr>
          <p:cNvPr id="4" name="Номер слайда 3"/>
          <p:cNvSpPr>
            <a:spLocks noGrp="1"/>
          </p:cNvSpPr>
          <p:nvPr>
            <p:ph type="sldNum" sz="quarter" idx="12"/>
          </p:nvPr>
        </p:nvSpPr>
        <p:spPr/>
        <p:txBody>
          <a:bodyPr/>
          <a:lstStyle/>
          <a:p>
            <a:fld id="{861E3D9C-1FE4-47D7-BDAC-F8BE962FAF2A}" type="slidenum">
              <a:rPr lang="ru-RU" smtClean="0"/>
              <a:t>26</a:t>
            </a:fld>
            <a:endParaRPr lang="ru-RU"/>
          </a:p>
        </p:txBody>
      </p:sp>
    </p:spTree>
    <p:extLst>
      <p:ext uri="{BB962C8B-B14F-4D97-AF65-F5344CB8AC3E}">
        <p14:creationId xmlns:p14="http://schemas.microsoft.com/office/powerpoint/2010/main" val="2461012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0"/>
            <a:ext cx="8291264" cy="692696"/>
          </a:xfrm>
        </p:spPr>
        <p:txBody>
          <a:bodyPr/>
          <a:lstStyle/>
          <a:p>
            <a:r>
              <a:rPr lang="ru-RU" sz="2800" dirty="0">
                <a:effectLst/>
              </a:rPr>
              <a:t>Классификация задач, решаемых </a:t>
            </a:r>
            <a:r>
              <a:rPr lang="ru-RU" sz="2800" dirty="0" smtClean="0">
                <a:effectLst/>
              </a:rPr>
              <a:t>ИИС</a:t>
            </a:r>
            <a:endParaRPr lang="ru-RU" sz="2800" dirty="0"/>
          </a:p>
        </p:txBody>
      </p:sp>
      <p:sp>
        <p:nvSpPr>
          <p:cNvPr id="3" name="Объект 2"/>
          <p:cNvSpPr>
            <a:spLocks noGrp="1"/>
          </p:cNvSpPr>
          <p:nvPr>
            <p:ph idx="1"/>
          </p:nvPr>
        </p:nvSpPr>
        <p:spPr>
          <a:xfrm>
            <a:off x="323528" y="620688"/>
            <a:ext cx="8363272" cy="5505475"/>
          </a:xfrm>
        </p:spPr>
        <p:txBody>
          <a:bodyPr>
            <a:noAutofit/>
          </a:bodyPr>
          <a:lstStyle/>
          <a:p>
            <a:r>
              <a:rPr lang="ru-RU" sz="1400" i="1" dirty="0">
                <a:solidFill>
                  <a:schemeClr val="tx1"/>
                </a:solidFill>
              </a:rPr>
              <a:t>Прогнозирование</a:t>
            </a:r>
            <a:r>
              <a:rPr lang="ru-RU" sz="1400" dirty="0">
                <a:solidFill>
                  <a:schemeClr val="tx1"/>
                </a:solidFill>
              </a:rPr>
              <a:t>. Прогнозирование позволяет предсказывать последствия некоторых событий или явлений на основании анализа имеющихся данных. Прогнозирующие системы логически выводят вероятные следствия из заданных ситуаций. В прогнозирующей системе обычно используется параметрическая динамическая модель, в которой значения параметров «подгоняются» под заданную ситуацию. Выводимые из этой модели следствия составляют основу для прогнозов с вероятностными оценками.</a:t>
            </a:r>
          </a:p>
          <a:p>
            <a:r>
              <a:rPr lang="ru-RU" sz="1400" i="1" dirty="0">
                <a:solidFill>
                  <a:schemeClr val="tx1"/>
                </a:solidFill>
              </a:rPr>
              <a:t>Планирование</a:t>
            </a:r>
            <a:r>
              <a:rPr lang="ru-RU" sz="1400" dirty="0">
                <a:solidFill>
                  <a:schemeClr val="tx1"/>
                </a:solidFill>
              </a:rPr>
              <a:t>. Под планированием понимается нахождение планов действий, относящихся к объектам, способным выполнять некоторые функции. В таких ЭС используются модели поведения реальных объектов с тем, чтобы логически вывести последствия планируемой деятельности.</a:t>
            </a:r>
          </a:p>
          <a:p>
            <a:r>
              <a:rPr lang="ru-RU" sz="1400" i="1" dirty="0">
                <a:solidFill>
                  <a:schemeClr val="tx1"/>
                </a:solidFill>
              </a:rPr>
              <a:t>Обучение</a:t>
            </a:r>
            <a:r>
              <a:rPr lang="ru-RU" sz="1400" dirty="0">
                <a:solidFill>
                  <a:schemeClr val="tx1"/>
                </a:solidFill>
              </a:rPr>
              <a:t>. Под обучением понимается использование компьютера для обучения какой-то дисциплине или предмету. Системы обучения диагностируют ошибки при изучении какой-либо дисциплины с помощью ЭВМ и подсказывают правильные решения. Они аккумулируют знания о гипотетическом «ученике» и его характерных ошибках, затем в работе они способны диагностировать слабости в познаниях обучаемых и находить соответствующие средства для их ликвидации. Кроме того, они планируют акт общения с учеником в зависимости от успехов ученика с целью передачи знаний</a:t>
            </a:r>
            <a:r>
              <a:rPr lang="ru-RU" sz="1400" dirty="0" smtClean="0">
                <a:solidFill>
                  <a:schemeClr val="tx1"/>
                </a:solidFill>
              </a:rPr>
              <a:t>.</a:t>
            </a:r>
            <a:endParaRPr lang="ru-RU" sz="1400" dirty="0">
              <a:solidFill>
                <a:schemeClr val="tx1"/>
              </a:solidFill>
            </a:endParaRPr>
          </a:p>
        </p:txBody>
      </p:sp>
      <p:sp>
        <p:nvSpPr>
          <p:cNvPr id="4" name="Номер слайда 3"/>
          <p:cNvSpPr>
            <a:spLocks noGrp="1"/>
          </p:cNvSpPr>
          <p:nvPr>
            <p:ph type="sldNum" sz="quarter" idx="12"/>
          </p:nvPr>
        </p:nvSpPr>
        <p:spPr/>
        <p:txBody>
          <a:bodyPr/>
          <a:lstStyle/>
          <a:p>
            <a:fld id="{861E3D9C-1FE4-47D7-BDAC-F8BE962FAF2A}" type="slidenum">
              <a:rPr lang="ru-RU" smtClean="0"/>
              <a:t>27</a:t>
            </a:fld>
            <a:endParaRPr lang="ru-RU"/>
          </a:p>
        </p:txBody>
      </p:sp>
    </p:spTree>
    <p:extLst>
      <p:ext uri="{BB962C8B-B14F-4D97-AF65-F5344CB8AC3E}">
        <p14:creationId xmlns:p14="http://schemas.microsoft.com/office/powerpoint/2010/main" val="26840908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effectLst/>
              </a:rPr>
              <a:t>Классификация задач, решаемых ИИС</a:t>
            </a:r>
            <a:endParaRPr lang="ru-RU" dirty="0"/>
          </a:p>
        </p:txBody>
      </p:sp>
      <p:sp>
        <p:nvSpPr>
          <p:cNvPr id="3" name="Объект 2"/>
          <p:cNvSpPr>
            <a:spLocks noGrp="1"/>
          </p:cNvSpPr>
          <p:nvPr>
            <p:ph idx="1"/>
          </p:nvPr>
        </p:nvSpPr>
        <p:spPr/>
        <p:txBody>
          <a:bodyPr>
            <a:normAutofit fontScale="92500" lnSpcReduction="20000"/>
          </a:bodyPr>
          <a:lstStyle/>
          <a:p>
            <a:r>
              <a:rPr lang="ru-RU" i="1" dirty="0">
                <a:solidFill>
                  <a:schemeClr val="tx1"/>
                </a:solidFill>
              </a:rPr>
              <a:t>Управление</a:t>
            </a:r>
            <a:r>
              <a:rPr lang="ru-RU" dirty="0">
                <a:solidFill>
                  <a:schemeClr val="tx1"/>
                </a:solidFill>
              </a:rPr>
              <a:t>. Под управлением понимается функция организованной системы, поддерживающая определенный режим деятельности. Такого рода ЭС осуществляют управление поведением сложных систем в соответствии с заданными спецификациями.</a:t>
            </a:r>
          </a:p>
          <a:p>
            <a:r>
              <a:rPr lang="ru-RU" i="1" dirty="0">
                <a:solidFill>
                  <a:schemeClr val="tx1"/>
                </a:solidFill>
              </a:rPr>
              <a:t>Поддержка принятия решений</a:t>
            </a:r>
            <a:r>
              <a:rPr lang="ru-RU" dirty="0">
                <a:solidFill>
                  <a:schemeClr val="tx1"/>
                </a:solidFill>
              </a:rPr>
              <a:t>. Поддержка принятия решения — это совокупность процедур, обеспечивающая лицо, принимающее решения, необходимой информацией и рекомендациями, облегчающие процесс принятия решения. Эти ЭС помогают специалистам выбрать и/или сформировать нужную альтернативу среди множества выборов при принятии ответственных решений.</a:t>
            </a:r>
          </a:p>
          <a:p>
            <a:endParaRPr lang="ru-RU" dirty="0"/>
          </a:p>
        </p:txBody>
      </p:sp>
      <p:sp>
        <p:nvSpPr>
          <p:cNvPr id="4" name="Номер слайда 3"/>
          <p:cNvSpPr>
            <a:spLocks noGrp="1"/>
          </p:cNvSpPr>
          <p:nvPr>
            <p:ph type="sldNum" sz="quarter" idx="12"/>
          </p:nvPr>
        </p:nvSpPr>
        <p:spPr/>
        <p:txBody>
          <a:bodyPr/>
          <a:lstStyle/>
          <a:p>
            <a:fld id="{861E3D9C-1FE4-47D7-BDAC-F8BE962FAF2A}" type="slidenum">
              <a:rPr lang="ru-RU" smtClean="0"/>
              <a:t>28</a:t>
            </a:fld>
            <a:endParaRPr lang="ru-RU"/>
          </a:p>
        </p:txBody>
      </p:sp>
    </p:spTree>
    <p:extLst>
      <p:ext uri="{BB962C8B-B14F-4D97-AF65-F5344CB8AC3E}">
        <p14:creationId xmlns:p14="http://schemas.microsoft.com/office/powerpoint/2010/main" val="2826082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836712"/>
          </a:xfrm>
        </p:spPr>
        <p:txBody>
          <a:bodyPr/>
          <a:lstStyle/>
          <a:p>
            <a:r>
              <a:rPr lang="ru-RU" sz="3200" dirty="0" smtClean="0"/>
              <a:t>Классификация ИИС</a:t>
            </a:r>
            <a:endParaRPr lang="ru-RU" sz="3200" dirty="0"/>
          </a:p>
        </p:txBody>
      </p:sp>
      <p:graphicFrame>
        <p:nvGraphicFramePr>
          <p:cNvPr id="4" name="Таблица 3"/>
          <p:cNvGraphicFramePr>
            <a:graphicFrameLocks noGrp="1"/>
          </p:cNvGraphicFramePr>
          <p:nvPr>
            <p:extLst>
              <p:ext uri="{D42A27DB-BD31-4B8C-83A1-F6EECF244321}">
                <p14:modId xmlns:p14="http://schemas.microsoft.com/office/powerpoint/2010/main" val="3821341056"/>
              </p:ext>
            </p:extLst>
          </p:nvPr>
        </p:nvGraphicFramePr>
        <p:xfrm>
          <a:off x="323528" y="980728"/>
          <a:ext cx="8424936" cy="5400600"/>
        </p:xfrm>
        <a:graphic>
          <a:graphicData uri="http://schemas.openxmlformats.org/drawingml/2006/table">
            <a:tbl>
              <a:tblPr/>
              <a:tblGrid>
                <a:gridCol w="4212468"/>
                <a:gridCol w="4212468"/>
              </a:tblGrid>
              <a:tr h="462692">
                <a:tc>
                  <a:txBody>
                    <a:bodyPr/>
                    <a:lstStyle/>
                    <a:p>
                      <a:pPr algn="l"/>
                      <a:r>
                        <a:rPr lang="ru-RU" sz="1500" dirty="0">
                          <a:solidFill>
                            <a:srgbClr val="000000"/>
                          </a:solidFill>
                          <a:effectLst/>
                        </a:rPr>
                        <a:t>Класс</a:t>
                      </a:r>
                    </a:p>
                  </a:txBody>
                  <a:tcPr marL="79459" marR="79459" marT="79459" marB="7945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A9A9A9"/>
                    </a:solidFill>
                  </a:tcPr>
                </a:tc>
                <a:tc>
                  <a:txBody>
                    <a:bodyPr/>
                    <a:lstStyle/>
                    <a:p>
                      <a:pPr algn="l"/>
                      <a:r>
                        <a:rPr lang="ru-RU" sz="1500">
                          <a:solidFill>
                            <a:srgbClr val="000000"/>
                          </a:solidFill>
                          <a:effectLst/>
                        </a:rPr>
                        <a:t>Подкласс (вид)</a:t>
                      </a:r>
                    </a:p>
                  </a:txBody>
                  <a:tcPr marL="79459" marR="79459" marT="79459" marB="7945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A9A9A9"/>
                    </a:solidFill>
                  </a:tcPr>
                </a:tc>
              </a:tr>
              <a:tr h="2101076">
                <a:tc>
                  <a:txBody>
                    <a:bodyPr/>
                    <a:lstStyle/>
                    <a:p>
                      <a:pPr algn="l"/>
                      <a:r>
                        <a:rPr lang="ru-RU" sz="1500" dirty="0">
                          <a:solidFill>
                            <a:srgbClr val="000000"/>
                          </a:solidFill>
                          <a:effectLst/>
                        </a:rPr>
                        <a:t>1. Системы с интеллектуальным интерфейсом (коммуникативные способности)</a:t>
                      </a:r>
                    </a:p>
                  </a:txBody>
                  <a:tcPr marL="79459" marR="79459" marT="79459" marB="7945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0C0C0"/>
                    </a:solidFill>
                  </a:tcPr>
                </a:tc>
                <a:tc>
                  <a:txBody>
                    <a:bodyPr/>
                    <a:lstStyle/>
                    <a:p>
                      <a:pPr algn="l"/>
                      <a:r>
                        <a:rPr lang="ru-RU" sz="1500">
                          <a:solidFill>
                            <a:srgbClr val="000000"/>
                          </a:solidFill>
                          <a:effectLst/>
                        </a:rPr>
                        <a:t>1.1. Интеллектуальные базы данных.</a:t>
                      </a:r>
                    </a:p>
                    <a:p>
                      <a:pPr algn="l"/>
                      <a:r>
                        <a:rPr lang="ru-RU" sz="1500">
                          <a:solidFill>
                            <a:srgbClr val="000000"/>
                          </a:solidFill>
                          <a:effectLst/>
                        </a:rPr>
                        <a:t>1.2. Естественно-языковой интерфейс.</a:t>
                      </a:r>
                    </a:p>
                    <a:p>
                      <a:pPr algn="l"/>
                      <a:r>
                        <a:rPr lang="ru-RU" sz="1500">
                          <a:solidFill>
                            <a:srgbClr val="000000"/>
                          </a:solidFill>
                          <a:effectLst/>
                        </a:rPr>
                        <a:t>1.3. Гипертекстовые системы, мультимедиа.</a:t>
                      </a:r>
                    </a:p>
                    <a:p>
                      <a:pPr algn="l"/>
                      <a:r>
                        <a:rPr lang="ru-RU" sz="1500">
                          <a:solidFill>
                            <a:srgbClr val="000000"/>
                          </a:solidFill>
                          <a:effectLst/>
                        </a:rPr>
                        <a:t>1.4. Контекстные системы помощи.</a:t>
                      </a:r>
                    </a:p>
                    <a:p>
                      <a:pPr algn="l"/>
                      <a:r>
                        <a:rPr lang="ru-RU" sz="1500">
                          <a:solidFill>
                            <a:srgbClr val="000000"/>
                          </a:solidFill>
                          <a:effectLst/>
                        </a:rPr>
                        <a:t>1.5. Когнитивная графика</a:t>
                      </a:r>
                    </a:p>
                  </a:txBody>
                  <a:tcPr marL="79459" marR="79459" marT="79459" marB="7945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0C0C0"/>
                    </a:solidFill>
                  </a:tcPr>
                </a:tc>
              </a:tr>
              <a:tr h="1281884">
                <a:tc>
                  <a:txBody>
                    <a:bodyPr/>
                    <a:lstStyle/>
                    <a:p>
                      <a:pPr algn="l"/>
                      <a:r>
                        <a:rPr lang="ru-RU" sz="1500" dirty="0">
                          <a:solidFill>
                            <a:srgbClr val="000000"/>
                          </a:solidFill>
                          <a:effectLst/>
                        </a:rPr>
                        <a:t>2. Экспертные системы (решение сложных интеллектуальных задач)</a:t>
                      </a:r>
                    </a:p>
                  </a:txBody>
                  <a:tcPr marL="79459" marR="79459" marT="79459" marB="7945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A9A9A9"/>
                    </a:solidFill>
                  </a:tcPr>
                </a:tc>
                <a:tc>
                  <a:txBody>
                    <a:bodyPr/>
                    <a:lstStyle/>
                    <a:p>
                      <a:pPr algn="l"/>
                      <a:r>
                        <a:rPr lang="ru-RU" sz="1500">
                          <a:solidFill>
                            <a:srgbClr val="000000"/>
                          </a:solidFill>
                          <a:effectLst/>
                        </a:rPr>
                        <a:t>2.1. Классифицирующие системы.</a:t>
                      </a:r>
                    </a:p>
                    <a:p>
                      <a:pPr algn="l"/>
                      <a:r>
                        <a:rPr lang="ru-RU" sz="1500">
                          <a:solidFill>
                            <a:srgbClr val="000000"/>
                          </a:solidFill>
                          <a:effectLst/>
                        </a:rPr>
                        <a:t>2.2. Доопределяющие системы.</a:t>
                      </a:r>
                    </a:p>
                    <a:p>
                      <a:pPr algn="l"/>
                      <a:r>
                        <a:rPr lang="ru-RU" sz="1500">
                          <a:solidFill>
                            <a:srgbClr val="000000"/>
                          </a:solidFill>
                          <a:effectLst/>
                        </a:rPr>
                        <a:t>2.3. Трансформирующие системы.</a:t>
                      </a:r>
                    </a:p>
                    <a:p>
                      <a:pPr algn="l"/>
                      <a:r>
                        <a:rPr lang="ru-RU" sz="1500">
                          <a:solidFill>
                            <a:srgbClr val="000000"/>
                          </a:solidFill>
                          <a:effectLst/>
                        </a:rPr>
                        <a:t>2.4. Многоагентные системы</a:t>
                      </a:r>
                    </a:p>
                  </a:txBody>
                  <a:tcPr marL="79459" marR="79459" marT="79459" marB="7945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A9A9A9"/>
                    </a:solidFill>
                  </a:tcPr>
                </a:tc>
              </a:tr>
              <a:tr h="1554948">
                <a:tc>
                  <a:txBody>
                    <a:bodyPr/>
                    <a:lstStyle/>
                    <a:p>
                      <a:pPr algn="l"/>
                      <a:r>
                        <a:rPr lang="ru-RU" sz="1500">
                          <a:solidFill>
                            <a:srgbClr val="000000"/>
                          </a:solidFill>
                          <a:effectLst/>
                        </a:rPr>
                        <a:t>3. Самообучающиеся системы (способность к самообучению)</a:t>
                      </a:r>
                    </a:p>
                  </a:txBody>
                  <a:tcPr marL="79459" marR="79459" marT="79459" marB="7945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0C0C0"/>
                    </a:solidFill>
                  </a:tcPr>
                </a:tc>
                <a:tc>
                  <a:txBody>
                    <a:bodyPr/>
                    <a:lstStyle/>
                    <a:p>
                      <a:pPr algn="l"/>
                      <a:r>
                        <a:rPr lang="ru-RU" sz="1500" dirty="0">
                          <a:solidFill>
                            <a:srgbClr val="000000"/>
                          </a:solidFill>
                          <a:effectLst/>
                        </a:rPr>
                        <a:t>3.1. Индуктивные системы.</a:t>
                      </a:r>
                    </a:p>
                    <a:p>
                      <a:pPr algn="l"/>
                      <a:r>
                        <a:rPr lang="ru-RU" sz="1500" dirty="0">
                          <a:solidFill>
                            <a:srgbClr val="000000"/>
                          </a:solidFill>
                          <a:effectLst/>
                        </a:rPr>
                        <a:t>3.2. Нейронные сети.</a:t>
                      </a:r>
                    </a:p>
                    <a:p>
                      <a:pPr algn="l"/>
                      <a:r>
                        <a:rPr lang="ru-RU" sz="1500" dirty="0">
                          <a:solidFill>
                            <a:srgbClr val="000000"/>
                          </a:solidFill>
                          <a:effectLst/>
                        </a:rPr>
                        <a:t>3.3. Системы, основанные на прецедентах.</a:t>
                      </a:r>
                    </a:p>
                    <a:p>
                      <a:pPr algn="l"/>
                      <a:r>
                        <a:rPr lang="ru-RU" sz="1500" dirty="0">
                          <a:solidFill>
                            <a:srgbClr val="000000"/>
                          </a:solidFill>
                          <a:effectLst/>
                        </a:rPr>
                        <a:t>3.4. Информационное хранилище</a:t>
                      </a:r>
                    </a:p>
                  </a:txBody>
                  <a:tcPr marL="79459" marR="79459" marT="79459" marB="7945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0C0C0"/>
                    </a:solidFill>
                  </a:tcPr>
                </a:tc>
              </a:tr>
            </a:tbl>
          </a:graphicData>
        </a:graphic>
      </p:graphicFrame>
      <p:sp>
        <p:nvSpPr>
          <p:cNvPr id="5" name="Номер слайда 4"/>
          <p:cNvSpPr>
            <a:spLocks noGrp="1"/>
          </p:cNvSpPr>
          <p:nvPr>
            <p:ph type="sldNum" sz="quarter" idx="12"/>
          </p:nvPr>
        </p:nvSpPr>
        <p:spPr/>
        <p:txBody>
          <a:bodyPr/>
          <a:lstStyle/>
          <a:p>
            <a:fld id="{861E3D9C-1FE4-47D7-BDAC-F8BE962FAF2A}" type="slidenum">
              <a:rPr lang="ru-RU" smtClean="0"/>
              <a:t>29</a:t>
            </a:fld>
            <a:endParaRPr lang="ru-RU"/>
          </a:p>
        </p:txBody>
      </p:sp>
    </p:spTree>
    <p:extLst>
      <p:ext uri="{BB962C8B-B14F-4D97-AF65-F5344CB8AC3E}">
        <p14:creationId xmlns:p14="http://schemas.microsoft.com/office/powerpoint/2010/main" val="38740668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Схема 3"/>
          <p:cNvGraphicFramePr/>
          <p:nvPr>
            <p:extLst>
              <p:ext uri="{D42A27DB-BD31-4B8C-83A1-F6EECF244321}">
                <p14:modId xmlns:p14="http://schemas.microsoft.com/office/powerpoint/2010/main" val="3811550478"/>
              </p:ext>
            </p:extLst>
          </p:nvPr>
        </p:nvGraphicFramePr>
        <p:xfrm>
          <a:off x="323528" y="260648"/>
          <a:ext cx="8640960" cy="6480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Номер слайда 1"/>
          <p:cNvSpPr>
            <a:spLocks noGrp="1"/>
          </p:cNvSpPr>
          <p:nvPr>
            <p:ph type="sldNum" sz="quarter" idx="12"/>
          </p:nvPr>
        </p:nvSpPr>
        <p:spPr/>
        <p:txBody>
          <a:bodyPr/>
          <a:lstStyle/>
          <a:p>
            <a:fld id="{9FAF4AA5-31A0-42C4-8A8E-B444837519C6}" type="slidenum">
              <a:rPr lang="ru-RU" sz="2800" smtClean="0"/>
              <a:t>30</a:t>
            </a:fld>
            <a:endParaRPr lang="ru-RU" sz="2800" dirty="0"/>
          </a:p>
        </p:txBody>
      </p:sp>
    </p:spTree>
    <p:extLst>
      <p:ext uri="{BB962C8B-B14F-4D97-AF65-F5344CB8AC3E}">
        <p14:creationId xmlns:p14="http://schemas.microsoft.com/office/powerpoint/2010/main" val="83274197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260648"/>
            <a:ext cx="8229600" cy="866360"/>
          </a:xfrm>
        </p:spPr>
        <p:txBody>
          <a:bodyPr>
            <a:noAutofit/>
          </a:bodyPr>
          <a:lstStyle/>
          <a:p>
            <a:pPr>
              <a:lnSpc>
                <a:spcPct val="100000"/>
              </a:lnSpc>
            </a:pPr>
            <a:r>
              <a:rPr lang="ru-RU" sz="3600" dirty="0"/>
              <a:t>Классификация интеллектуальных информационных систем</a:t>
            </a:r>
            <a:endParaRPr lang="ru-RU" sz="3200" dirty="0"/>
          </a:p>
        </p:txBody>
      </p:sp>
      <p:sp>
        <p:nvSpPr>
          <p:cNvPr id="3" name="Объект 2"/>
          <p:cNvSpPr>
            <a:spLocks noGrp="1"/>
          </p:cNvSpPr>
          <p:nvPr>
            <p:ph idx="1"/>
          </p:nvPr>
        </p:nvSpPr>
        <p:spPr>
          <a:xfrm>
            <a:off x="457200" y="1484784"/>
            <a:ext cx="8229600" cy="4839816"/>
          </a:xfrm>
        </p:spPr>
        <p:txBody>
          <a:bodyPr>
            <a:normAutofit fontScale="92500"/>
          </a:bodyPr>
          <a:lstStyle/>
          <a:p>
            <a:pPr marL="514350" indent="-514350" algn="ctr">
              <a:buClrTx/>
              <a:buSzPct val="100000"/>
              <a:buFont typeface="+mj-lt"/>
              <a:buAutoNum type="arabicPeriod" startAt="2"/>
            </a:pPr>
            <a:r>
              <a:rPr lang="ru-RU" sz="3200" dirty="0" smtClean="0">
                <a:solidFill>
                  <a:schemeClr val="tx1"/>
                </a:solidFill>
              </a:rPr>
              <a:t>Если </a:t>
            </a:r>
            <a:r>
              <a:rPr lang="ru-RU" sz="3200" dirty="0">
                <a:solidFill>
                  <a:schemeClr val="tx1"/>
                </a:solidFill>
              </a:rPr>
              <a:t>рассматривать интеллектуальные информационные системы </a:t>
            </a:r>
            <a:r>
              <a:rPr lang="ru-RU" sz="3200" b="1" dirty="0">
                <a:solidFill>
                  <a:schemeClr val="tx1"/>
                </a:solidFill>
              </a:rPr>
              <a:t>с точки зрения решаемой задачи</a:t>
            </a:r>
            <a:r>
              <a:rPr lang="ru-RU" sz="3200" dirty="0">
                <a:solidFill>
                  <a:schemeClr val="tx1"/>
                </a:solidFill>
              </a:rPr>
              <a:t>, то можно выделить системы управления и справочные системы, системы компьютерной лингвистики, системы распознавания, игровые системы и системы создания интеллектуальных информационных </a:t>
            </a:r>
            <a:r>
              <a:rPr lang="ru-RU" sz="3200" dirty="0" smtClean="0">
                <a:solidFill>
                  <a:schemeClr val="tx1"/>
                </a:solidFill>
              </a:rPr>
              <a:t>систем. </a:t>
            </a:r>
            <a:endParaRPr lang="ru-RU" sz="3200" dirty="0">
              <a:solidFill>
                <a:schemeClr val="tx1"/>
              </a:solidFill>
            </a:endParaRPr>
          </a:p>
          <a:p>
            <a:pPr marL="0" indent="0">
              <a:buNone/>
            </a:pPr>
            <a:endParaRPr lang="ru-RU" sz="3200" dirty="0">
              <a:solidFill>
                <a:schemeClr val="tx1"/>
              </a:solidFill>
            </a:endParaRPr>
          </a:p>
        </p:txBody>
      </p:sp>
      <p:sp>
        <p:nvSpPr>
          <p:cNvPr id="4" name="Номер слайда 3"/>
          <p:cNvSpPr>
            <a:spLocks noGrp="1"/>
          </p:cNvSpPr>
          <p:nvPr>
            <p:ph type="sldNum" sz="quarter" idx="12"/>
          </p:nvPr>
        </p:nvSpPr>
        <p:spPr/>
        <p:txBody>
          <a:bodyPr/>
          <a:lstStyle/>
          <a:p>
            <a:fld id="{9FAF4AA5-31A0-42C4-8A8E-B444837519C6}" type="slidenum">
              <a:rPr lang="ru-RU" sz="2800" smtClean="0"/>
              <a:t>31</a:t>
            </a:fld>
            <a:endParaRPr lang="ru-RU" sz="2800"/>
          </a:p>
        </p:txBody>
      </p:sp>
    </p:spTree>
    <p:extLst>
      <p:ext uri="{BB962C8B-B14F-4D97-AF65-F5344CB8AC3E}">
        <p14:creationId xmlns:p14="http://schemas.microsoft.com/office/powerpoint/2010/main" val="10618610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Схема 3"/>
          <p:cNvGraphicFramePr/>
          <p:nvPr>
            <p:extLst>
              <p:ext uri="{D42A27DB-BD31-4B8C-83A1-F6EECF244321}">
                <p14:modId xmlns:p14="http://schemas.microsoft.com/office/powerpoint/2010/main" val="2731148530"/>
              </p:ext>
            </p:extLst>
          </p:nvPr>
        </p:nvGraphicFramePr>
        <p:xfrm>
          <a:off x="107504" y="116632"/>
          <a:ext cx="8712967" cy="63367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Номер слайда 1"/>
          <p:cNvSpPr>
            <a:spLocks noGrp="1"/>
          </p:cNvSpPr>
          <p:nvPr>
            <p:ph type="sldNum" sz="quarter" idx="12"/>
          </p:nvPr>
        </p:nvSpPr>
        <p:spPr/>
        <p:txBody>
          <a:bodyPr/>
          <a:lstStyle/>
          <a:p>
            <a:fld id="{9FAF4AA5-31A0-42C4-8A8E-B444837519C6}" type="slidenum">
              <a:rPr lang="ru-RU" sz="2800" smtClean="0"/>
              <a:t>32</a:t>
            </a:fld>
            <a:endParaRPr lang="ru-RU" sz="2800"/>
          </a:p>
        </p:txBody>
      </p:sp>
    </p:spTree>
    <p:extLst>
      <p:ext uri="{BB962C8B-B14F-4D97-AF65-F5344CB8AC3E}">
        <p14:creationId xmlns:p14="http://schemas.microsoft.com/office/powerpoint/2010/main" val="120812404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700808"/>
            <a:ext cx="8229600" cy="4623792"/>
          </a:xfrm>
        </p:spPr>
        <p:txBody>
          <a:bodyPr>
            <a:normAutofit/>
          </a:bodyPr>
          <a:lstStyle/>
          <a:p>
            <a:pPr marL="514350" indent="-514350" algn="ctr">
              <a:buClrTx/>
              <a:buSzPct val="100000"/>
              <a:buFont typeface="+mj-lt"/>
              <a:buAutoNum type="arabicPeriod" startAt="3"/>
            </a:pPr>
            <a:r>
              <a:rPr lang="ru-RU" sz="3200" dirty="0">
                <a:solidFill>
                  <a:schemeClr val="tx1"/>
                </a:solidFill>
              </a:rPr>
              <a:t>Если классифицировать интеллектуальные информационные системы </a:t>
            </a:r>
            <a:r>
              <a:rPr lang="ru-RU" sz="3200" b="1" dirty="0">
                <a:solidFill>
                  <a:schemeClr val="tx1"/>
                </a:solidFill>
              </a:rPr>
              <a:t>по критерию «используемые методы»</a:t>
            </a:r>
            <a:r>
              <a:rPr lang="ru-RU" sz="3200" dirty="0">
                <a:solidFill>
                  <a:schemeClr val="tx1"/>
                </a:solidFill>
              </a:rPr>
              <a:t>, то они делятся на жесткие, мягкие и гибридные </a:t>
            </a:r>
          </a:p>
        </p:txBody>
      </p:sp>
      <p:sp>
        <p:nvSpPr>
          <p:cNvPr id="4" name="Заголовок 1"/>
          <p:cNvSpPr>
            <a:spLocks noGrp="1"/>
          </p:cNvSpPr>
          <p:nvPr>
            <p:ph type="title"/>
          </p:nvPr>
        </p:nvSpPr>
        <p:spPr>
          <a:xfrm>
            <a:off x="395536" y="188640"/>
            <a:ext cx="8229600" cy="866360"/>
          </a:xfrm>
        </p:spPr>
        <p:txBody>
          <a:bodyPr>
            <a:noAutofit/>
          </a:bodyPr>
          <a:lstStyle/>
          <a:p>
            <a:pPr>
              <a:lnSpc>
                <a:spcPct val="100000"/>
              </a:lnSpc>
            </a:pPr>
            <a:r>
              <a:rPr lang="ru-RU" sz="3600" dirty="0"/>
              <a:t>Классификация интеллектуальных информационных систем</a:t>
            </a:r>
            <a:endParaRPr lang="ru-RU" sz="3200" dirty="0"/>
          </a:p>
        </p:txBody>
      </p:sp>
      <p:sp>
        <p:nvSpPr>
          <p:cNvPr id="2" name="Номер слайда 1"/>
          <p:cNvSpPr>
            <a:spLocks noGrp="1"/>
          </p:cNvSpPr>
          <p:nvPr>
            <p:ph type="sldNum" sz="quarter" idx="12"/>
          </p:nvPr>
        </p:nvSpPr>
        <p:spPr/>
        <p:txBody>
          <a:bodyPr/>
          <a:lstStyle/>
          <a:p>
            <a:fld id="{9FAF4AA5-31A0-42C4-8A8E-B444837519C6}" type="slidenum">
              <a:rPr lang="ru-RU" sz="2800" smtClean="0"/>
              <a:t>33</a:t>
            </a:fld>
            <a:endParaRPr lang="ru-RU" sz="2800"/>
          </a:p>
        </p:txBody>
      </p:sp>
    </p:spTree>
    <p:extLst>
      <p:ext uri="{BB962C8B-B14F-4D97-AF65-F5344CB8AC3E}">
        <p14:creationId xmlns:p14="http://schemas.microsoft.com/office/powerpoint/2010/main" val="367090772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Схема 3"/>
          <p:cNvGraphicFramePr/>
          <p:nvPr>
            <p:extLst>
              <p:ext uri="{D42A27DB-BD31-4B8C-83A1-F6EECF244321}">
                <p14:modId xmlns:p14="http://schemas.microsoft.com/office/powerpoint/2010/main" val="2249543096"/>
              </p:ext>
            </p:extLst>
          </p:nvPr>
        </p:nvGraphicFramePr>
        <p:xfrm>
          <a:off x="683568" y="476672"/>
          <a:ext cx="8064896" cy="60486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Номер слайда 1"/>
          <p:cNvSpPr>
            <a:spLocks noGrp="1"/>
          </p:cNvSpPr>
          <p:nvPr>
            <p:ph type="sldNum" sz="quarter" idx="12"/>
          </p:nvPr>
        </p:nvSpPr>
        <p:spPr/>
        <p:txBody>
          <a:bodyPr/>
          <a:lstStyle/>
          <a:p>
            <a:fld id="{9FAF4AA5-31A0-42C4-8A8E-B444837519C6}" type="slidenum">
              <a:rPr lang="ru-RU" sz="2800" smtClean="0"/>
              <a:t>34</a:t>
            </a:fld>
            <a:endParaRPr lang="ru-RU" sz="2800" dirty="0"/>
          </a:p>
        </p:txBody>
      </p:sp>
    </p:spTree>
    <p:extLst>
      <p:ext uri="{BB962C8B-B14F-4D97-AF65-F5344CB8AC3E}">
        <p14:creationId xmlns:p14="http://schemas.microsoft.com/office/powerpoint/2010/main" val="388947853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764704"/>
          </a:xfrm>
        </p:spPr>
        <p:txBody>
          <a:bodyPr/>
          <a:lstStyle/>
          <a:p>
            <a:pPr>
              <a:lnSpc>
                <a:spcPct val="100000"/>
              </a:lnSpc>
            </a:pPr>
            <a:r>
              <a:rPr lang="ru-RU" sz="3200" dirty="0" smtClean="0"/>
              <a:t>Класс 1 - </a:t>
            </a:r>
            <a:r>
              <a:rPr lang="ru-RU" sz="1800" b="1" dirty="0">
                <a:solidFill>
                  <a:srgbClr val="000000"/>
                </a:solidFill>
                <a:effectLst/>
              </a:rPr>
              <a:t>Системы с интеллектуальным интерфейсом </a:t>
            </a:r>
            <a:endParaRPr lang="ru-RU" sz="3200" b="1" dirty="0"/>
          </a:p>
        </p:txBody>
      </p:sp>
      <p:sp>
        <p:nvSpPr>
          <p:cNvPr id="3" name="Объект 2"/>
          <p:cNvSpPr>
            <a:spLocks noGrp="1"/>
          </p:cNvSpPr>
          <p:nvPr>
            <p:ph idx="1"/>
          </p:nvPr>
        </p:nvSpPr>
        <p:spPr>
          <a:xfrm>
            <a:off x="457200" y="836712"/>
            <a:ext cx="8229600" cy="5832648"/>
          </a:xfrm>
        </p:spPr>
        <p:txBody>
          <a:bodyPr>
            <a:normAutofit fontScale="70000" lnSpcReduction="20000"/>
          </a:bodyPr>
          <a:lstStyle/>
          <a:p>
            <a:r>
              <a:rPr lang="ru-RU" dirty="0">
                <a:solidFill>
                  <a:schemeClr val="tx1"/>
                </a:solidFill>
              </a:rPr>
              <a:t>Естественно-языковой интерфейс используется для:</a:t>
            </a:r>
          </a:p>
          <a:p>
            <a:r>
              <a:rPr lang="ru-RU" dirty="0">
                <a:solidFill>
                  <a:schemeClr val="tx1"/>
                </a:solidFill>
              </a:rPr>
              <a:t>• доступа к интеллектуальным базам данных (о чем уже было упомянуто);</a:t>
            </a:r>
          </a:p>
          <a:p>
            <a:r>
              <a:rPr lang="ru-RU" dirty="0">
                <a:solidFill>
                  <a:schemeClr val="tx1"/>
                </a:solidFill>
              </a:rPr>
              <a:t>• контекстного поиска документальной текстовой информации;</a:t>
            </a:r>
          </a:p>
          <a:p>
            <a:r>
              <a:rPr lang="ru-RU" dirty="0">
                <a:solidFill>
                  <a:schemeClr val="tx1"/>
                </a:solidFill>
              </a:rPr>
              <a:t>• голосового ввода команд в системе управления (сейчас это направление широко развивается);</a:t>
            </a:r>
          </a:p>
          <a:p>
            <a:r>
              <a:rPr lang="ru-RU" dirty="0">
                <a:solidFill>
                  <a:schemeClr val="tx1"/>
                </a:solidFill>
              </a:rPr>
              <a:t>• машинного перевода с иностранных языков (существует множество проблем, указанных выше).</a:t>
            </a:r>
          </a:p>
          <a:p>
            <a:r>
              <a:rPr lang="ru-RU" dirty="0">
                <a:solidFill>
                  <a:schemeClr val="tx1"/>
                </a:solidFill>
              </a:rPr>
              <a:t>Гипертекстовые системы предназначены для реализации поиска на основе ключей (ключевых слов) по базам текстовой информации, а также нахождения мультимедийной информации, которая включает помимо текстовой и цифровой информации различные образы — графические, аудио, видео.</a:t>
            </a:r>
          </a:p>
          <a:p>
            <a:r>
              <a:rPr lang="ru-RU" dirty="0">
                <a:solidFill>
                  <a:schemeClr val="tx1"/>
                </a:solidFill>
              </a:rPr>
              <a:t>Системы контекстной помощи являются частным случаем интеллектуальных гипертекстовых и естественно-языковых систем. Эти системы отличаются от обычных систем помощи тем, что пользователь не применяет помощник как навигатор или руководство, а изначально описывает проблему. Интеллектуальная информационная система в этом случае с применением дополнительного диалога конкретизирует эту проблему, а затем сама реализует процесс относящихся к проблеме рекомендаций. Эти системы, по мнению многих исследователей, можно также отнести к классу систем распространения знаний</a:t>
            </a:r>
            <a:r>
              <a:rPr lang="ru-RU" dirty="0" smtClean="0">
                <a:solidFill>
                  <a:schemeClr val="tx1"/>
                </a:solidFill>
              </a:rPr>
              <a:t>.</a:t>
            </a:r>
            <a:endParaRPr lang="ru-RU" dirty="0">
              <a:solidFill>
                <a:schemeClr val="tx1"/>
              </a:solidFill>
            </a:endParaRPr>
          </a:p>
        </p:txBody>
      </p:sp>
      <p:sp>
        <p:nvSpPr>
          <p:cNvPr id="4" name="Номер слайда 3"/>
          <p:cNvSpPr>
            <a:spLocks noGrp="1"/>
          </p:cNvSpPr>
          <p:nvPr>
            <p:ph type="sldNum" sz="quarter" idx="12"/>
          </p:nvPr>
        </p:nvSpPr>
        <p:spPr/>
        <p:txBody>
          <a:bodyPr/>
          <a:lstStyle/>
          <a:p>
            <a:fld id="{861E3D9C-1FE4-47D7-BDAC-F8BE962FAF2A}" type="slidenum">
              <a:rPr lang="ru-RU" smtClean="0"/>
              <a:t>35</a:t>
            </a:fld>
            <a:endParaRPr lang="ru-RU"/>
          </a:p>
        </p:txBody>
      </p:sp>
    </p:spTree>
    <p:extLst>
      <p:ext uri="{BB962C8B-B14F-4D97-AF65-F5344CB8AC3E}">
        <p14:creationId xmlns:p14="http://schemas.microsoft.com/office/powerpoint/2010/main" val="2145984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764704"/>
            <a:ext cx="8229600" cy="5688632"/>
          </a:xfrm>
        </p:spPr>
        <p:txBody>
          <a:bodyPr>
            <a:normAutofit fontScale="70000" lnSpcReduction="20000"/>
          </a:bodyPr>
          <a:lstStyle/>
          <a:p>
            <a:r>
              <a:rPr lang="ru-RU" dirty="0">
                <a:solidFill>
                  <a:schemeClr val="tx1"/>
                </a:solidFill>
              </a:rPr>
              <a:t>Системы когнитивной графики реализуют интерфейс пользователя с интеллектуальной системой с помощью графических образов, причем эти образы могут генерироваться в соответствии и в зависимости от происходящих событий. Подобные системы могут использоваться в мониторинге, наблюдении, контроле и управлении оперативными процессами. Например, состояние сложного управляемого объекта в системе когнитивной графики может отображаться в виде человеческого лица. При этом каждая черта лица связана с определенным параметром управляемого объекта, отвечает за него, а общее выражение лица представляет интегрированную характеристику ситуации. При изменении параметров управляемого объекта мимика начинает меняться. Человек «говорит» нам об изменениях состояния объекта, на которые должна последовать незамедлительная реакция. Кроме того, системы когнитивной графики широко используются также в обучающих и тренажерных системах, играх. Здесь используется принцип виртуальной реальности. Графические образы, например, видимые нами на экране монитора, моделируют ситуации, в которых обучающийся должен принимать адекватные решения и выполнять действия сообразно ситуации. Здесь может идти речь и о тренажерах для пилотов, где создается так называемая «виртуальная реальность», и о компьютерных играх, и об иных профессиональных тренажерах.</a:t>
            </a:r>
          </a:p>
          <a:p>
            <a:endParaRPr lang="ru-RU" dirty="0">
              <a:solidFill>
                <a:schemeClr val="tx1"/>
              </a:solidFill>
            </a:endParaRPr>
          </a:p>
          <a:p>
            <a:endParaRPr lang="ru-RU" dirty="0"/>
          </a:p>
        </p:txBody>
      </p:sp>
      <p:sp>
        <p:nvSpPr>
          <p:cNvPr id="4" name="Заголовок 1"/>
          <p:cNvSpPr>
            <a:spLocks noGrp="1"/>
          </p:cNvSpPr>
          <p:nvPr>
            <p:ph type="title"/>
          </p:nvPr>
        </p:nvSpPr>
        <p:spPr>
          <a:xfrm>
            <a:off x="457200" y="0"/>
            <a:ext cx="8229600" cy="764704"/>
          </a:xfrm>
        </p:spPr>
        <p:txBody>
          <a:bodyPr/>
          <a:lstStyle/>
          <a:p>
            <a:r>
              <a:rPr lang="ru-RU" sz="2000" dirty="0" smtClean="0"/>
              <a:t>Класс 1</a:t>
            </a:r>
            <a:r>
              <a:rPr lang="ru-RU" sz="3600" dirty="0"/>
              <a:t> - </a:t>
            </a:r>
            <a:r>
              <a:rPr lang="ru-RU" sz="2000" b="1" dirty="0">
                <a:solidFill>
                  <a:srgbClr val="000000"/>
                </a:solidFill>
                <a:effectLst/>
              </a:rPr>
              <a:t>Системы с интеллектуальным интерфейсом </a:t>
            </a:r>
            <a:endParaRPr lang="ru-RU" sz="2000" dirty="0"/>
          </a:p>
        </p:txBody>
      </p:sp>
      <p:sp>
        <p:nvSpPr>
          <p:cNvPr id="5" name="Номер слайда 4"/>
          <p:cNvSpPr>
            <a:spLocks noGrp="1"/>
          </p:cNvSpPr>
          <p:nvPr>
            <p:ph type="sldNum" sz="quarter" idx="12"/>
          </p:nvPr>
        </p:nvSpPr>
        <p:spPr/>
        <p:txBody>
          <a:bodyPr/>
          <a:lstStyle/>
          <a:p>
            <a:fld id="{861E3D9C-1FE4-47D7-BDAC-F8BE962FAF2A}" type="slidenum">
              <a:rPr lang="ru-RU" smtClean="0"/>
              <a:t>36</a:t>
            </a:fld>
            <a:endParaRPr lang="ru-RU"/>
          </a:p>
        </p:txBody>
      </p:sp>
    </p:spTree>
    <p:extLst>
      <p:ext uri="{BB962C8B-B14F-4D97-AF65-F5344CB8AC3E}">
        <p14:creationId xmlns:p14="http://schemas.microsoft.com/office/powerpoint/2010/main" val="16717558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692696"/>
          </a:xfrm>
        </p:spPr>
        <p:txBody>
          <a:bodyPr/>
          <a:lstStyle/>
          <a:p>
            <a:r>
              <a:rPr lang="ru-RU" sz="3200" dirty="0" smtClean="0"/>
              <a:t>Класс 2 – Экспертные системы</a:t>
            </a:r>
            <a:endParaRPr lang="ru-RU" sz="3200" dirty="0"/>
          </a:p>
        </p:txBody>
      </p:sp>
      <p:sp>
        <p:nvSpPr>
          <p:cNvPr id="3" name="Объект 2"/>
          <p:cNvSpPr>
            <a:spLocks noGrp="1"/>
          </p:cNvSpPr>
          <p:nvPr>
            <p:ph idx="1"/>
          </p:nvPr>
        </p:nvSpPr>
        <p:spPr>
          <a:xfrm>
            <a:off x="457200" y="908720"/>
            <a:ext cx="8229600" cy="5217443"/>
          </a:xfrm>
        </p:spPr>
        <p:txBody>
          <a:bodyPr/>
          <a:lstStyle/>
          <a:p>
            <a:endParaRPr lang="ru-RU" dirty="0"/>
          </a:p>
        </p:txBody>
      </p:sp>
      <p:sp>
        <p:nvSpPr>
          <p:cNvPr id="4" name="Номер слайда 3"/>
          <p:cNvSpPr>
            <a:spLocks noGrp="1"/>
          </p:cNvSpPr>
          <p:nvPr>
            <p:ph type="sldNum" sz="quarter" idx="12"/>
          </p:nvPr>
        </p:nvSpPr>
        <p:spPr/>
        <p:txBody>
          <a:bodyPr/>
          <a:lstStyle/>
          <a:p>
            <a:fld id="{861E3D9C-1FE4-47D7-BDAC-F8BE962FAF2A}" type="slidenum">
              <a:rPr lang="ru-RU" smtClean="0"/>
              <a:t>37</a:t>
            </a:fld>
            <a:endParaRPr lang="ru-RU"/>
          </a:p>
        </p:txBody>
      </p:sp>
    </p:spTree>
    <p:extLst>
      <p:ext uri="{BB962C8B-B14F-4D97-AF65-F5344CB8AC3E}">
        <p14:creationId xmlns:p14="http://schemas.microsoft.com/office/powerpoint/2010/main" val="16585675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Исполнительная">
  <a:themeElements>
    <a:clrScheme name="Исполнительная">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Исполнительная">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Исполнитель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11445</TotalTime>
  <Words>2547</Words>
  <Application>Microsoft Office PowerPoint</Application>
  <PresentationFormat>Экран (4:3)</PresentationFormat>
  <Paragraphs>258</Paragraphs>
  <Slides>37</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37</vt:i4>
      </vt:variant>
    </vt:vector>
  </HeadingPairs>
  <TitlesOfParts>
    <vt:vector size="38" baseType="lpstr">
      <vt:lpstr>Исполнительная</vt:lpstr>
      <vt:lpstr>Интеллектуальные системы  и  технологии</vt:lpstr>
      <vt:lpstr>Презентация PowerPoint</vt:lpstr>
      <vt:lpstr>Основные задачи информационных систем и разработчиков информационных систем:</vt:lpstr>
      <vt:lpstr>Основные задачи информационных систем и разработчиков информационных систем:</vt:lpstr>
      <vt:lpstr>Презентация PowerPoint</vt:lpstr>
      <vt:lpstr>ИИ</vt:lpstr>
      <vt:lpstr>Интеллектуальные системы</vt:lpstr>
      <vt:lpstr>Искусственный интеллект</vt:lpstr>
      <vt:lpstr>Искусственный интеллект</vt:lpstr>
      <vt:lpstr>Искусственный интеллект</vt:lpstr>
      <vt:lpstr>Презентация PowerPoint</vt:lpstr>
      <vt:lpstr>Искусственный интеллект – история развития</vt:lpstr>
      <vt:lpstr>Искусственный интеллект – история развития</vt:lpstr>
      <vt:lpstr>Искусственный интеллект – история развития</vt:lpstr>
      <vt:lpstr>Искусственный интеллект – история развития</vt:lpstr>
      <vt:lpstr>Искусственный интеллект – история развития</vt:lpstr>
      <vt:lpstr>Искусственный интеллект – история развития</vt:lpstr>
      <vt:lpstr>Искусственный интеллект</vt:lpstr>
      <vt:lpstr>Модели и методы исследований</vt:lpstr>
      <vt:lpstr>Современный искусственный интеллект</vt:lpstr>
      <vt:lpstr>Признаки ИС</vt:lpstr>
      <vt:lpstr>Презентация PowerPoint</vt:lpstr>
      <vt:lpstr>Известные ИИ-системы</vt:lpstr>
      <vt:lpstr>Презентация PowerPoint</vt:lpstr>
      <vt:lpstr>Основные области применения </vt:lpstr>
      <vt:lpstr>Классификация задач, решаемых ИИС</vt:lpstr>
      <vt:lpstr>Классификация задач, решаемых ИИС</vt:lpstr>
      <vt:lpstr>Классификация задач, решаемых ИИС</vt:lpstr>
      <vt:lpstr>Классификация ИИС</vt:lpstr>
      <vt:lpstr>Презентация PowerPoint</vt:lpstr>
      <vt:lpstr>Классификация интеллектуальных информационных систем</vt:lpstr>
      <vt:lpstr>Презентация PowerPoint</vt:lpstr>
      <vt:lpstr>Классификация интеллектуальных информационных систем</vt:lpstr>
      <vt:lpstr>Презентация PowerPoint</vt:lpstr>
      <vt:lpstr>Класс 1 - Системы с интеллектуальным интерфейсом </vt:lpstr>
      <vt:lpstr>Класс 1 - Системы с интеллектуальным интерфейсом </vt:lpstr>
      <vt:lpstr>Класс 2 – Экспертные системы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Интеллектуальные системы  и  технологии</dc:title>
  <dc:creator>Alex</dc:creator>
  <cp:lastModifiedBy>user</cp:lastModifiedBy>
  <cp:revision>14</cp:revision>
  <dcterms:created xsi:type="dcterms:W3CDTF">2018-09-03T06:25:44Z</dcterms:created>
  <dcterms:modified xsi:type="dcterms:W3CDTF">2018-09-11T10:43:58Z</dcterms:modified>
</cp:coreProperties>
</file>